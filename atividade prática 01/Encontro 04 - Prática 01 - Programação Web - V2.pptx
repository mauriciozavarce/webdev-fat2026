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10287000" cx="18288000"/>
  <p:notesSz cx="6858000" cy="9144000"/>
  <p:embeddedFontLst>
    <p:embeddedFont>
      <p:font typeface="Fira Code"/>
      <p:regular r:id="rId43"/>
      <p:bold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5" roundtripDataSignature="AMtx7miBUk5CydQXZ4rHdZ9Cb24qL5qe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FiraCode-bold.fntdata"/><Relationship Id="rId21" Type="http://schemas.openxmlformats.org/officeDocument/2006/relationships/slide" Target="slides/slide16.xml"/><Relationship Id="rId43" Type="http://schemas.openxmlformats.org/officeDocument/2006/relationships/font" Target="fonts/FiraCode-regular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0" name="Google Shape;32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6" name="Google Shape;33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9" name="Google Shape;34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3" name="Google Shape;40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2" name="Google Shape;41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8" name="Google Shape;42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0" name="Google Shape;44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5" name="Google Shape;48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3" name="Google Shape;49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1" name="Google Shape;50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9" name="Google Shape;509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8" name="Google Shape;51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8" name="Google Shape;528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7" name="Google Shape;537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5" name="Google Shape;545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3" name="Google Shape;553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2" name="Google Shape;562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1" name="Google Shape;571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0" name="Google Shape;580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7" name="Google Shape;587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11" Type="http://schemas.openxmlformats.org/officeDocument/2006/relationships/image" Target="../media/image8.png"/><Relationship Id="rId10" Type="http://schemas.openxmlformats.org/officeDocument/2006/relationships/image" Target="../media/image10.png"/><Relationship Id="rId12" Type="http://schemas.openxmlformats.org/officeDocument/2006/relationships/image" Target="../media/image7.png"/><Relationship Id="rId9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0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2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Relationship Id="rId4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34.png"/><Relationship Id="rId6" Type="http://schemas.openxmlformats.org/officeDocument/2006/relationships/image" Target="../media/image24.png"/><Relationship Id="rId7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5.png"/><Relationship Id="rId4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Relationship Id="rId4" Type="http://schemas.openxmlformats.org/officeDocument/2006/relationships/image" Target="../media/image32.png"/><Relationship Id="rId5" Type="http://schemas.openxmlformats.org/officeDocument/2006/relationships/image" Target="../media/image37.png"/><Relationship Id="rId6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Relationship Id="rId4" Type="http://schemas.openxmlformats.org/officeDocument/2006/relationships/image" Target="../media/image4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Relationship Id="rId4" Type="http://schemas.openxmlformats.org/officeDocument/2006/relationships/image" Target="../media/image61.png"/><Relationship Id="rId5" Type="http://schemas.openxmlformats.org/officeDocument/2006/relationships/image" Target="../media/image4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Relationship Id="rId4" Type="http://schemas.openxmlformats.org/officeDocument/2006/relationships/image" Target="../media/image3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4.png"/><Relationship Id="rId4" Type="http://schemas.openxmlformats.org/officeDocument/2006/relationships/image" Target="../media/image4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8.png"/><Relationship Id="rId4" Type="http://schemas.openxmlformats.org/officeDocument/2006/relationships/image" Target="../media/image4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8.png"/><Relationship Id="rId4" Type="http://schemas.openxmlformats.org/officeDocument/2006/relationships/image" Target="../media/image4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11" Type="http://schemas.openxmlformats.org/officeDocument/2006/relationships/image" Target="../media/image8.png"/><Relationship Id="rId10" Type="http://schemas.openxmlformats.org/officeDocument/2006/relationships/image" Target="../media/image10.png"/><Relationship Id="rId12" Type="http://schemas.openxmlformats.org/officeDocument/2006/relationships/image" Target="../media/image7.png"/><Relationship Id="rId9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168372" y="-196608"/>
            <a:ext cx="1197072" cy="10750131"/>
          </a:xfrm>
          <a:custGeom>
            <a:rect b="b" l="l" r="r" t="t"/>
            <a:pathLst>
              <a:path extrusionOk="0" h="10750131" w="1197072">
                <a:moveTo>
                  <a:pt x="0" y="0"/>
                </a:moveTo>
                <a:lnTo>
                  <a:pt x="1197072" y="0"/>
                </a:lnTo>
                <a:lnTo>
                  <a:pt x="1197072" y="10750131"/>
                </a:lnTo>
                <a:lnTo>
                  <a:pt x="0" y="10750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477632" y="5203547"/>
            <a:ext cx="4826984" cy="942213"/>
          </a:xfrm>
          <a:custGeom>
            <a:rect b="b" l="l" r="r" t="t"/>
            <a:pathLst>
              <a:path extrusionOk="0" h="1256284" w="6435979">
                <a:moveTo>
                  <a:pt x="0" y="0"/>
                </a:moveTo>
                <a:lnTo>
                  <a:pt x="6435979" y="0"/>
                </a:lnTo>
                <a:lnTo>
                  <a:pt x="6435979" y="1256284"/>
                </a:lnTo>
                <a:lnTo>
                  <a:pt x="0" y="12562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634" l="0" r="0" t="-4632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9634596" y="-468619"/>
            <a:ext cx="7739804" cy="11581916"/>
          </a:xfrm>
          <a:custGeom>
            <a:rect b="b" l="l" r="r" t="t"/>
            <a:pathLst>
              <a:path extrusionOk="0" h="11581916" w="7739804">
                <a:moveTo>
                  <a:pt x="0" y="0"/>
                </a:moveTo>
                <a:lnTo>
                  <a:pt x="7739804" y="0"/>
                </a:lnTo>
                <a:lnTo>
                  <a:pt x="7739804" y="11581916"/>
                </a:lnTo>
                <a:lnTo>
                  <a:pt x="0" y="11581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5939655" y="7859362"/>
            <a:ext cx="1951482" cy="2427637"/>
          </a:xfrm>
          <a:custGeom>
            <a:rect b="b" l="l" r="r" t="t"/>
            <a:pathLst>
              <a:path extrusionOk="0" h="3236849" w="2601976">
                <a:moveTo>
                  <a:pt x="0" y="0"/>
                </a:moveTo>
                <a:lnTo>
                  <a:pt x="2601976" y="0"/>
                </a:lnTo>
                <a:lnTo>
                  <a:pt x="2601976" y="3236849"/>
                </a:lnTo>
                <a:lnTo>
                  <a:pt x="0" y="3236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6" r="-14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15325189" y="4137430"/>
            <a:ext cx="1605439" cy="2573846"/>
          </a:xfrm>
          <a:custGeom>
            <a:rect b="b" l="l" r="r" t="t"/>
            <a:pathLst>
              <a:path extrusionOk="0" h="3431794" w="2140585">
                <a:moveTo>
                  <a:pt x="0" y="0"/>
                </a:moveTo>
                <a:lnTo>
                  <a:pt x="2140585" y="0"/>
                </a:lnTo>
                <a:lnTo>
                  <a:pt x="2140585" y="3431794"/>
                </a:lnTo>
                <a:lnTo>
                  <a:pt x="0" y="3431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4" r="-21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 flipH="1">
            <a:off x="8846688" y="4137430"/>
            <a:ext cx="6180486" cy="6149530"/>
          </a:xfrm>
          <a:custGeom>
            <a:rect b="b" l="l" r="r" t="t"/>
            <a:pathLst>
              <a:path extrusionOk="0" h="8199374" w="8240649">
                <a:moveTo>
                  <a:pt x="8240649" y="0"/>
                </a:moveTo>
                <a:lnTo>
                  <a:pt x="0" y="0"/>
                </a:lnTo>
                <a:lnTo>
                  <a:pt x="0" y="8199374"/>
                </a:lnTo>
                <a:lnTo>
                  <a:pt x="8240649" y="8199374"/>
                </a:lnTo>
                <a:lnTo>
                  <a:pt x="8240649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23" l="0" r="0" t="-22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 flipH="1">
            <a:off x="12392588" y="4137430"/>
            <a:ext cx="4780407" cy="6149530"/>
          </a:xfrm>
          <a:custGeom>
            <a:rect b="b" l="l" r="r" t="t"/>
            <a:pathLst>
              <a:path extrusionOk="0" h="8199374" w="6373876">
                <a:moveTo>
                  <a:pt x="6373876" y="0"/>
                </a:moveTo>
                <a:lnTo>
                  <a:pt x="0" y="0"/>
                </a:lnTo>
                <a:lnTo>
                  <a:pt x="0" y="8199374"/>
                </a:lnTo>
                <a:lnTo>
                  <a:pt x="6373876" y="8199374"/>
                </a:lnTo>
                <a:lnTo>
                  <a:pt x="6373876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7537" l="0" r="0" t="-7534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10098577" y="9152435"/>
            <a:ext cx="2294001" cy="1134523"/>
          </a:xfrm>
          <a:custGeom>
            <a:rect b="b" l="l" r="r" t="t"/>
            <a:pathLst>
              <a:path extrusionOk="0" h="1512697" w="3058668">
                <a:moveTo>
                  <a:pt x="0" y="0"/>
                </a:moveTo>
                <a:lnTo>
                  <a:pt x="3058668" y="0"/>
                </a:lnTo>
                <a:lnTo>
                  <a:pt x="3058668" y="1512697"/>
                </a:lnTo>
                <a:lnTo>
                  <a:pt x="0" y="15126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80" l="0" r="0" t="-76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 rot="753594">
            <a:off x="14437888" y="1491650"/>
            <a:ext cx="1774603" cy="1744123"/>
          </a:xfrm>
          <a:custGeom>
            <a:rect b="b" l="l" r="r" t="t"/>
            <a:pathLst>
              <a:path extrusionOk="0" h="2325497" w="2366137">
                <a:moveTo>
                  <a:pt x="0" y="0"/>
                </a:moveTo>
                <a:lnTo>
                  <a:pt x="2366137" y="0"/>
                </a:lnTo>
                <a:lnTo>
                  <a:pt x="2366137" y="2325497"/>
                </a:lnTo>
                <a:lnTo>
                  <a:pt x="0" y="2325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10584085" y="1028700"/>
            <a:ext cx="2079403" cy="2088261"/>
          </a:xfrm>
          <a:custGeom>
            <a:rect b="b" l="l" r="r" t="t"/>
            <a:pathLst>
              <a:path extrusionOk="0" h="2784348" w="2772537">
                <a:moveTo>
                  <a:pt x="0" y="0"/>
                </a:moveTo>
                <a:lnTo>
                  <a:pt x="2772537" y="0"/>
                </a:lnTo>
                <a:lnTo>
                  <a:pt x="2772537" y="2784348"/>
                </a:lnTo>
                <a:lnTo>
                  <a:pt x="0" y="27843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-33" r="-31" t="0"/>
            </a:stretch>
          </a:blipFill>
          <a:ln>
            <a:noFill/>
          </a:ln>
        </p:spPr>
      </p:sp>
      <p:sp>
        <p:nvSpPr>
          <p:cNvPr id="94" name="Google Shape;94;p1"/>
          <p:cNvSpPr txBox="1"/>
          <p:nvPr/>
        </p:nvSpPr>
        <p:spPr>
          <a:xfrm>
            <a:off x="1619496" y="978629"/>
            <a:ext cx="10317429" cy="1131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69"/>
              <a:buFont typeface="Arial"/>
              <a:buNone/>
            </a:pPr>
            <a:r>
              <a:rPr b="1" i="0" lang="en-US" sz="806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Aula: Encontro 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748072" y="4646172"/>
            <a:ext cx="7886524" cy="323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1"/>
              <a:buFont typeface="Arial"/>
              <a:buNone/>
            </a:pPr>
            <a:r>
              <a:rPr b="0" i="0" lang="en-US" sz="272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Bem-vindo(a) ao nosso Programa Qualifica -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192893" y="6786845"/>
            <a:ext cx="10276562" cy="2121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69"/>
              <a:buFont typeface="Arial"/>
              <a:buNone/>
            </a:pPr>
            <a:r>
              <a:rPr b="1" i="0" lang="en-US" sz="806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Curso: Programação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102" name="Google Shape;102;p2"/>
          <p:cNvSpPr/>
          <p:nvPr/>
        </p:nvSpPr>
        <p:spPr>
          <a:xfrm>
            <a:off x="10695500" y="1057830"/>
            <a:ext cx="9528785" cy="8200470"/>
          </a:xfrm>
          <a:custGeom>
            <a:rect b="b" l="l" r="r" t="t"/>
            <a:pathLst>
              <a:path extrusionOk="0" h="8200470" w="9528785">
                <a:moveTo>
                  <a:pt x="0" y="0"/>
                </a:moveTo>
                <a:lnTo>
                  <a:pt x="9528785" y="0"/>
                </a:lnTo>
                <a:lnTo>
                  <a:pt x="9528785" y="8200470"/>
                </a:lnTo>
                <a:lnTo>
                  <a:pt x="0" y="8200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 txBox="1"/>
          <p:nvPr/>
        </p:nvSpPr>
        <p:spPr>
          <a:xfrm>
            <a:off x="1384912" y="3783089"/>
            <a:ext cx="8649000" cy="54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Boas-vindas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Prática do Dia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Ambiente Laboratorial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Intervalo / Parada Técnica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Executando a Atividade Prática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Conclusão da Atividade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Articulado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Debate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Fechamento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1038225" y="3702368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>
            <a:off x="1038225" y="4331587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2"/>
          <p:cNvSpPr/>
          <p:nvPr/>
        </p:nvSpPr>
        <p:spPr>
          <a:xfrm>
            <a:off x="1038225" y="4960806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2"/>
          <p:cNvSpPr/>
          <p:nvPr/>
        </p:nvSpPr>
        <p:spPr>
          <a:xfrm>
            <a:off x="1038225" y="5590025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2"/>
          <p:cNvSpPr/>
          <p:nvPr/>
        </p:nvSpPr>
        <p:spPr>
          <a:xfrm>
            <a:off x="1038225" y="6219244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2"/>
          <p:cNvSpPr/>
          <p:nvPr/>
        </p:nvSpPr>
        <p:spPr>
          <a:xfrm>
            <a:off x="1038225" y="6848462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2"/>
          <p:cNvSpPr/>
          <p:nvPr/>
        </p:nvSpPr>
        <p:spPr>
          <a:xfrm>
            <a:off x="1038225" y="7477681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2"/>
          <p:cNvSpPr/>
          <p:nvPr/>
        </p:nvSpPr>
        <p:spPr>
          <a:xfrm>
            <a:off x="1038225" y="8106900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2"/>
          <p:cNvSpPr/>
          <p:nvPr/>
        </p:nvSpPr>
        <p:spPr>
          <a:xfrm>
            <a:off x="1038225" y="8736119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2"/>
          <p:cNvSpPr/>
          <p:nvPr/>
        </p:nvSpPr>
        <p:spPr>
          <a:xfrm rot="567872">
            <a:off x="12773374" y="3054930"/>
            <a:ext cx="5373052" cy="5373053"/>
          </a:xfrm>
          <a:custGeom>
            <a:rect b="b" l="l" r="r" t="t"/>
            <a:pathLst>
              <a:path extrusionOk="0" h="7164070" w="7164070">
                <a:moveTo>
                  <a:pt x="0" y="0"/>
                </a:moveTo>
                <a:lnTo>
                  <a:pt x="7164070" y="0"/>
                </a:lnTo>
                <a:lnTo>
                  <a:pt x="7164070" y="7164070"/>
                </a:lnTo>
                <a:lnTo>
                  <a:pt x="0" y="7164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2"/>
          <p:cNvSpPr txBox="1"/>
          <p:nvPr/>
        </p:nvSpPr>
        <p:spPr>
          <a:xfrm>
            <a:off x="1034770" y="1904586"/>
            <a:ext cx="11910089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120" name="Google Shape;120;p3"/>
          <p:cNvSpPr txBox="1"/>
          <p:nvPr/>
        </p:nvSpPr>
        <p:spPr>
          <a:xfrm>
            <a:off x="3352800" y="1315365"/>
            <a:ext cx="11910089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Boas Vindas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8786432" y="2791145"/>
            <a:ext cx="8316849" cy="6237637"/>
          </a:xfrm>
          <a:custGeom>
            <a:rect b="b" l="l" r="r" t="t"/>
            <a:pathLst>
              <a:path extrusionOk="0" h="8316849" w="11089132">
                <a:moveTo>
                  <a:pt x="0" y="0"/>
                </a:moveTo>
                <a:lnTo>
                  <a:pt x="11089132" y="0"/>
                </a:lnTo>
                <a:lnTo>
                  <a:pt x="11089132" y="8316849"/>
                </a:lnTo>
                <a:lnTo>
                  <a:pt x="0" y="8316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127" name="Google Shape;127;p4"/>
          <p:cNvSpPr txBox="1"/>
          <p:nvPr/>
        </p:nvSpPr>
        <p:spPr>
          <a:xfrm>
            <a:off x="3001685" y="247650"/>
            <a:ext cx="556260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Prática de Hoje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1623675" y="3755850"/>
            <a:ext cx="6690300" cy="24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DESENVOLVIMENTO DA PRIMEIRA PÁGINA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UTILIZANDO ELEMENTOS SEMÂNTICOS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8862088" y="2423476"/>
            <a:ext cx="6758940" cy="6758940"/>
          </a:xfrm>
          <a:custGeom>
            <a:rect b="b" l="l" r="r" t="t"/>
            <a:pathLst>
              <a:path extrusionOk="0" h="9011920" w="9011920">
                <a:moveTo>
                  <a:pt x="0" y="0"/>
                </a:moveTo>
                <a:lnTo>
                  <a:pt x="9011920" y="0"/>
                </a:lnTo>
                <a:lnTo>
                  <a:pt x="9011920" y="9011920"/>
                </a:lnTo>
                <a:lnTo>
                  <a:pt x="0" y="9011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135" name="Google Shape;135;p5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2115800" y="702697"/>
            <a:ext cx="4876800" cy="2438400"/>
          </a:xfrm>
          <a:custGeom>
            <a:rect b="b" l="l" r="r" t="t"/>
            <a:pathLst>
              <a:path extrusionOk="0" h="3251200" w="6502400">
                <a:moveTo>
                  <a:pt x="0" y="0"/>
                </a:moveTo>
                <a:lnTo>
                  <a:pt x="6502400" y="0"/>
                </a:lnTo>
                <a:lnTo>
                  <a:pt x="65024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5"/>
          <p:cNvSpPr txBox="1"/>
          <p:nvPr/>
        </p:nvSpPr>
        <p:spPr>
          <a:xfrm>
            <a:off x="5265632" y="3514831"/>
            <a:ext cx="11294247" cy="1590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Imagine que o proprietário da “</a:t>
            </a:r>
            <a:r>
              <a:rPr b="1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Padaria do Bairro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 aprovou seu ambiente de desenvolvimento e agora precisa do conteúdo inicial do site.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028700" y="3957529"/>
            <a:ext cx="3539909" cy="3626027"/>
          </a:xfrm>
          <a:custGeom>
            <a:rect b="b" l="l" r="r" t="t"/>
            <a:pathLst>
              <a:path extrusionOk="0" h="3626027" w="3539909">
                <a:moveTo>
                  <a:pt x="0" y="0"/>
                </a:moveTo>
                <a:lnTo>
                  <a:pt x="3539909" y="0"/>
                </a:lnTo>
                <a:lnTo>
                  <a:pt x="3539909" y="3626027"/>
                </a:lnTo>
                <a:lnTo>
                  <a:pt x="0" y="36260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5"/>
          <p:cNvSpPr txBox="1"/>
          <p:nvPr/>
        </p:nvSpPr>
        <p:spPr>
          <a:xfrm>
            <a:off x="701674" y="1203377"/>
            <a:ext cx="1021108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5265632" y="5477007"/>
            <a:ext cx="11294247" cy="1590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 quer uma página que apresente a padaria de forma organizada, com informações claras sobre produtos, história e diferenciais.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146" name="Google Shape;146;p6"/>
          <p:cNvSpPr/>
          <p:nvPr/>
        </p:nvSpPr>
        <p:spPr>
          <a:xfrm>
            <a:off x="12115800" y="702697"/>
            <a:ext cx="4876800" cy="2438400"/>
          </a:xfrm>
          <a:custGeom>
            <a:rect b="b" l="l" r="r" t="t"/>
            <a:pathLst>
              <a:path extrusionOk="0" h="3251200" w="6502400">
                <a:moveTo>
                  <a:pt x="0" y="0"/>
                </a:moveTo>
                <a:lnTo>
                  <a:pt x="6502400" y="0"/>
                </a:lnTo>
                <a:lnTo>
                  <a:pt x="65024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6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1028700" y="3236346"/>
            <a:ext cx="13739112" cy="4733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Nesta atividade, você vai criar o esqueleto básico do index.html.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fazer: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65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⚬"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Crie o arquivo index.html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 a </a:t>
            </a: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estrutura HTML5 completa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(&lt;!DOCTYPE html&gt;, &lt;html&gt;, &lt;head&gt;, &lt;body&gt;).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65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⚬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Dentro do &lt;body&gt;, use as </a:t>
            </a: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tags semânticas 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&lt;header&gt;, &lt;main&gt; e &lt;footer&gt; para organizar as grandes seções da sua página.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65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⚬"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Configure as meta tags 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(charset e viewport) e defina um título descritivo para a página (&lt;title&gt;).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t/>
            </a:r>
            <a:endParaRPr b="0" i="0" sz="299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1028700" y="2496571"/>
            <a:ext cx="11087100" cy="644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9"/>
              <a:buFont typeface="Arial"/>
              <a:buNone/>
            </a:pPr>
            <a:r>
              <a:rPr b="1" i="0" lang="en-US" sz="34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Atividade 1: Estrutura HTML Semântica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701674" y="1203377"/>
            <a:ext cx="1021108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será feito?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156" name="Google Shape;156;p7"/>
          <p:cNvSpPr/>
          <p:nvPr/>
        </p:nvSpPr>
        <p:spPr>
          <a:xfrm>
            <a:off x="12115800" y="702697"/>
            <a:ext cx="4876800" cy="2438400"/>
          </a:xfrm>
          <a:custGeom>
            <a:rect b="b" l="l" r="r" t="t"/>
            <a:pathLst>
              <a:path extrusionOk="0" h="3251200" w="6502400">
                <a:moveTo>
                  <a:pt x="0" y="0"/>
                </a:moveTo>
                <a:lnTo>
                  <a:pt x="6502400" y="0"/>
                </a:lnTo>
                <a:lnTo>
                  <a:pt x="65024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7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1028700" y="3236346"/>
            <a:ext cx="14742988" cy="5781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Aqui, você vai adicionar o texto e os títulos que darão vida à página da padaria.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fazer: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65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⚬"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um &lt;h1&gt; 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o nome da Padaria do Bairro.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65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⚬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Crie pelo menos</a:t>
            </a: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3 seções principais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usando &lt;h2&gt; (ex: "Sobre Nós", "Nossos Produtos", "Diferenciais", "Localização e Horários").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65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⚬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for necessário, use</a:t>
            </a: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&lt;h3&gt; dentro dessas seções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subtítulos menores.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65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⚬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Escreva no</a:t>
            </a: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mínimo 4 parágrafos (&lt;p&gt;)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 conteúdo relevante, incluindo a história da padaria, descrições de produtos, seus diferenciais e informações de contato/localização.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t/>
            </a:r>
            <a:endParaRPr b="0" i="0" sz="299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1028700" y="2496571"/>
            <a:ext cx="11087100" cy="644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9"/>
              <a:buFont typeface="Arial"/>
              <a:buNone/>
            </a:pPr>
            <a:r>
              <a:rPr b="1" i="0" lang="en-US" sz="34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Atividade 2: Hierarquia de Títulos e Conteúdo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701674" y="1203377"/>
            <a:ext cx="1021108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será feito?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166" name="Google Shape;166;p8"/>
          <p:cNvSpPr/>
          <p:nvPr/>
        </p:nvSpPr>
        <p:spPr>
          <a:xfrm>
            <a:off x="12115800" y="702697"/>
            <a:ext cx="4876800" cy="2438400"/>
          </a:xfrm>
          <a:custGeom>
            <a:rect b="b" l="l" r="r" t="t"/>
            <a:pathLst>
              <a:path extrusionOk="0" h="3251200" w="6502400">
                <a:moveTo>
                  <a:pt x="0" y="0"/>
                </a:moveTo>
                <a:lnTo>
                  <a:pt x="6502400" y="0"/>
                </a:lnTo>
                <a:lnTo>
                  <a:pt x="65024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8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1028700" y="3236346"/>
            <a:ext cx="13739112" cy="4733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Nesta etapa, você vai usar listas para organizar informações específicas.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fazer: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65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⚬"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Crie uma lista não-ordenada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(&lt;ul&gt;) com pelo menos 5 produtos principais da padaria.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65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⚬"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Crie uma lista ordenada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(&lt;ol&gt;) com os horários de funcionamento.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65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⚬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Crie uma lista (ordenada ou não-ordenada) para os diferenciais ou especialidades da padaria.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65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⚬"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as tags &lt;li&gt;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cada item dentro das listas.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t/>
            </a:r>
            <a:endParaRPr b="0" i="0" sz="299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1028700" y="2496571"/>
            <a:ext cx="11087100" cy="644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9"/>
              <a:buFont typeface="Arial"/>
              <a:buNone/>
            </a:pPr>
            <a:r>
              <a:rPr b="1" i="0" lang="en-US" sz="34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Atividade 3: Listas e Organização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701674" y="1203377"/>
            <a:ext cx="1021108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será feito?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176" name="Google Shape;176;p9"/>
          <p:cNvSpPr/>
          <p:nvPr/>
        </p:nvSpPr>
        <p:spPr>
          <a:xfrm>
            <a:off x="12115800" y="702697"/>
            <a:ext cx="4876800" cy="2438400"/>
          </a:xfrm>
          <a:custGeom>
            <a:rect b="b" l="l" r="r" t="t"/>
            <a:pathLst>
              <a:path extrusionOk="0" h="3251200" w="6502400">
                <a:moveTo>
                  <a:pt x="0" y="0"/>
                </a:moveTo>
                <a:lnTo>
                  <a:pt x="6502400" y="0"/>
                </a:lnTo>
                <a:lnTo>
                  <a:pt x="65024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9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9"/>
          <p:cNvSpPr txBox="1"/>
          <p:nvPr/>
        </p:nvSpPr>
        <p:spPr>
          <a:xfrm>
            <a:off x="1028700" y="3236350"/>
            <a:ext cx="16326900" cy="6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8"/>
              <a:buFont typeface="Arial"/>
              <a:buNone/>
            </a:pPr>
            <a:r>
              <a:rPr b="0" i="0" lang="en-US" sz="28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etapa final é garantir que seu código está correto e que seu projeto está bem documentado.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39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8"/>
              <a:buFont typeface="Arial"/>
              <a:buChar char="•"/>
            </a:pPr>
            <a:r>
              <a:rPr b="0" i="0" lang="en-US" sz="28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fazer: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530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8"/>
              <a:buFont typeface="Arial"/>
              <a:buChar char="⚬"/>
            </a:pPr>
            <a:r>
              <a:rPr b="1" i="0" lang="en-US" sz="28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Valide seu código HTML </a:t>
            </a:r>
            <a:r>
              <a:rPr b="0" i="0" lang="en-US" sz="28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usando uma ferramenta online (como o W3C Validator). Você vai tirar um screenshot (foto da tela) mostrando que não há erros.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530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8"/>
              <a:buFont typeface="Arial"/>
              <a:buChar char="⚬"/>
            </a:pPr>
            <a:r>
              <a:rPr b="1" i="0" lang="en-US" sz="28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Crie um arquivo chamado README.txt</a:t>
            </a:r>
            <a:r>
              <a:rPr b="0" i="0" lang="en-US" sz="28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escreva nele uma explicação sobre a estrutura do seu projeto.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530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8"/>
              <a:buFont typeface="Arial"/>
              <a:buChar char="⚬"/>
            </a:pPr>
            <a:r>
              <a:rPr b="1" i="0" lang="en-US" sz="28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Adicione comentários (&lt;!-- --&gt;`) </a:t>
            </a:r>
            <a:r>
              <a:rPr b="0" i="0" lang="en-US" sz="28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seu código HTML para explicar as diferentes seções e o que cada parte faz.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530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8"/>
              <a:buFont typeface="Arial"/>
              <a:buChar char="⚬"/>
            </a:pPr>
            <a:r>
              <a:rPr b="0" i="0" lang="en-US" sz="28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Verifique se todos os seus arquivos estão na</a:t>
            </a:r>
            <a:r>
              <a:rPr b="1" i="0" lang="en-US" sz="28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estrutura de pastas</a:t>
            </a:r>
            <a:r>
              <a:rPr b="0" i="0" lang="en-US" sz="28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combinamos (padaria-do-bairro/css/, js/, images/, e index.html na pasta principal).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8"/>
              <a:buFont typeface="Arial"/>
              <a:buNone/>
            </a:pPr>
            <a:r>
              <a:t/>
            </a:r>
            <a:endParaRPr b="0" i="0" sz="289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1028700" y="2496571"/>
            <a:ext cx="11087100" cy="644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9"/>
              <a:buFont typeface="Arial"/>
              <a:buNone/>
            </a:pPr>
            <a:r>
              <a:rPr b="1" i="0" lang="en-US" sz="34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Atividade 4: Validação e Documentação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701674" y="1203377"/>
            <a:ext cx="1021108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será feito?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186" name="Google Shape;186;p10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12115800" y="702697"/>
            <a:ext cx="4876800" cy="2438400"/>
          </a:xfrm>
          <a:custGeom>
            <a:rect b="b" l="l" r="r" t="t"/>
            <a:pathLst>
              <a:path extrusionOk="0" h="3251200" w="6502400">
                <a:moveTo>
                  <a:pt x="0" y="0"/>
                </a:moveTo>
                <a:lnTo>
                  <a:pt x="6502400" y="0"/>
                </a:lnTo>
                <a:lnTo>
                  <a:pt x="65024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10"/>
          <p:cNvSpPr txBox="1"/>
          <p:nvPr/>
        </p:nvSpPr>
        <p:spPr>
          <a:xfrm>
            <a:off x="1028700" y="4302919"/>
            <a:ext cx="13214706" cy="2114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Antes de começarmos a construir o site da </a:t>
            </a:r>
            <a:r>
              <a:rPr b="1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Padaria do Bairro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vamos dar uma </a:t>
            </a:r>
            <a:r>
              <a:rPr b="1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revisada rápida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em alguns conceitos importantes e aprender algo novo que será bem útil na prática!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t/>
            </a:r>
            <a:endParaRPr b="0" i="0" sz="299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701674" y="1203377"/>
            <a:ext cx="1021108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Pensando na solução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195" name="Google Shape;195;p11"/>
          <p:cNvSpPr/>
          <p:nvPr/>
        </p:nvSpPr>
        <p:spPr>
          <a:xfrm>
            <a:off x="12115800" y="702697"/>
            <a:ext cx="4876800" cy="2438400"/>
          </a:xfrm>
          <a:custGeom>
            <a:rect b="b" l="l" r="r" t="t"/>
            <a:pathLst>
              <a:path extrusionOk="0" h="3251200" w="6502400">
                <a:moveTo>
                  <a:pt x="0" y="0"/>
                </a:moveTo>
                <a:lnTo>
                  <a:pt x="6502400" y="0"/>
                </a:lnTo>
                <a:lnTo>
                  <a:pt x="65024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11"/>
          <p:cNvSpPr/>
          <p:nvPr/>
        </p:nvSpPr>
        <p:spPr>
          <a:xfrm>
            <a:off x="1028700" y="2308277"/>
            <a:ext cx="11951025" cy="7394697"/>
          </a:xfrm>
          <a:custGeom>
            <a:rect b="b" l="l" r="r" t="t"/>
            <a:pathLst>
              <a:path extrusionOk="0" h="7394697" w="11951025">
                <a:moveTo>
                  <a:pt x="0" y="0"/>
                </a:moveTo>
                <a:lnTo>
                  <a:pt x="11951025" y="0"/>
                </a:lnTo>
                <a:lnTo>
                  <a:pt x="11951025" y="7394696"/>
                </a:lnTo>
                <a:lnTo>
                  <a:pt x="0" y="73946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11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1"/>
          <p:cNvSpPr txBox="1"/>
          <p:nvPr/>
        </p:nvSpPr>
        <p:spPr>
          <a:xfrm>
            <a:off x="701674" y="1203377"/>
            <a:ext cx="1021108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Pensando na solução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204" name="Google Shape;204;p12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12649200" y="692475"/>
            <a:ext cx="4871085" cy="2438591"/>
          </a:xfrm>
          <a:custGeom>
            <a:rect b="b" l="l" r="r" t="t"/>
            <a:pathLst>
              <a:path extrusionOk="0" h="3251454" w="6494780">
                <a:moveTo>
                  <a:pt x="0" y="0"/>
                </a:moveTo>
                <a:lnTo>
                  <a:pt x="6494780" y="0"/>
                </a:lnTo>
                <a:lnTo>
                  <a:pt x="6494780" y="3251454"/>
                </a:lnTo>
                <a:lnTo>
                  <a:pt x="0" y="3251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12"/>
          <p:cNvSpPr txBox="1"/>
          <p:nvPr/>
        </p:nvSpPr>
        <p:spPr>
          <a:xfrm>
            <a:off x="1074366" y="2938891"/>
            <a:ext cx="11999286" cy="6448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 Não Semântico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 tags genéricas como &lt;div&gt; e &lt;span&gt; que não indicam o propósito do conteúdo. Elas focam apenas na aparência.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Um &lt;div&gt; para o cabeçalho, outro para o rodapé. O código não "diz" o que são.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 Semântico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 tags que descrevem claramente a função e o significado do conteúdo que elas envolvem.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Exemplo: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Usar &lt;header&gt; para o cabeçalho, &lt;footer&gt; para o rodapé, &lt;nav&gt; para navegação, &lt;main&gt; para o conteúdo principal.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2"/>
          <p:cNvSpPr txBox="1"/>
          <p:nvPr/>
        </p:nvSpPr>
        <p:spPr>
          <a:xfrm>
            <a:off x="592313" y="1076225"/>
            <a:ext cx="104298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Arial"/>
              <a:buNone/>
            </a:pPr>
            <a:r>
              <a:rPr b="1" i="0" lang="en-US" sz="4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 semântico VS Não semântico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213" name="Google Shape;213;p13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12649200" y="692475"/>
            <a:ext cx="4871085" cy="2438591"/>
          </a:xfrm>
          <a:custGeom>
            <a:rect b="b" l="l" r="r" t="t"/>
            <a:pathLst>
              <a:path extrusionOk="0" h="3251454" w="6494780">
                <a:moveTo>
                  <a:pt x="0" y="0"/>
                </a:moveTo>
                <a:lnTo>
                  <a:pt x="6494780" y="0"/>
                </a:lnTo>
                <a:lnTo>
                  <a:pt x="6494780" y="3251454"/>
                </a:lnTo>
                <a:lnTo>
                  <a:pt x="0" y="3251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13"/>
          <p:cNvSpPr txBox="1"/>
          <p:nvPr/>
        </p:nvSpPr>
        <p:spPr>
          <a:xfrm>
            <a:off x="1074377" y="2938900"/>
            <a:ext cx="14426100" cy="60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Que Usar HTML Semântico?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uma boa prática essencial por três motivos principais: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rabicPeriod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Acessibilidade: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Leitores de tela para pessoas com deficiência visual conseguem entender a estrutura da página, facilitando a navegação.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rabicPeriod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SEO (Otimização para Buscadores):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Mecanismos de busca (como o Google) entendem melhor seu conteúdo, o que pode ajudar seu site a aparecer melhor nos resultados.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rabicPeriod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Manutenção e Colaboração: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código fica mais legível e fácil de entender para você e outros desenvolvedores, simplificando futuras alterações.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3"/>
          <p:cNvSpPr txBox="1"/>
          <p:nvPr/>
        </p:nvSpPr>
        <p:spPr>
          <a:xfrm>
            <a:off x="592313" y="1076225"/>
            <a:ext cx="104298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Arial"/>
              <a:buNone/>
            </a:pPr>
            <a:r>
              <a:rPr b="1" i="0" lang="en-US" sz="4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 semântico VS Não semântico 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222" name="Google Shape;222;p14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12649200" y="692475"/>
            <a:ext cx="4871085" cy="2438591"/>
          </a:xfrm>
          <a:custGeom>
            <a:rect b="b" l="l" r="r" t="t"/>
            <a:pathLst>
              <a:path extrusionOk="0" h="3251454" w="6494780">
                <a:moveTo>
                  <a:pt x="0" y="0"/>
                </a:moveTo>
                <a:lnTo>
                  <a:pt x="6494780" y="0"/>
                </a:lnTo>
                <a:lnTo>
                  <a:pt x="6494780" y="3251454"/>
                </a:lnTo>
                <a:lnTo>
                  <a:pt x="0" y="3251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14"/>
          <p:cNvSpPr/>
          <p:nvPr/>
        </p:nvSpPr>
        <p:spPr>
          <a:xfrm>
            <a:off x="10437628" y="2191528"/>
            <a:ext cx="6648051" cy="7619542"/>
          </a:xfrm>
          <a:custGeom>
            <a:rect b="b" l="l" r="r" t="t"/>
            <a:pathLst>
              <a:path extrusionOk="0" h="7619542" w="6648051">
                <a:moveTo>
                  <a:pt x="0" y="0"/>
                </a:moveTo>
                <a:lnTo>
                  <a:pt x="6648051" y="0"/>
                </a:lnTo>
                <a:lnTo>
                  <a:pt x="6648051" y="7619542"/>
                </a:lnTo>
                <a:lnTo>
                  <a:pt x="0" y="76195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14"/>
          <p:cNvSpPr txBox="1"/>
          <p:nvPr/>
        </p:nvSpPr>
        <p:spPr>
          <a:xfrm>
            <a:off x="863074" y="2502825"/>
            <a:ext cx="9396600" cy="69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site é como uma casa bem planejada, e os layouts são a sua planta.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t/>
            </a:r>
            <a:endParaRPr b="0" i="0" sz="299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Eles definem como os diferentes elementos da página (como textos, imagens e menus) serão organizados visualmente.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t/>
            </a:r>
            <a:endParaRPr b="0" i="0" sz="299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tags semâticas são tags que ajudam a definir a estrutura do layout. Elas ajudam a descrever o significado ou propósito do conteúdo que ele contém.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863065" y="1009561"/>
            <a:ext cx="10211082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9"/>
              <a:buFont typeface="Arial"/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Tags semânticas e Layouts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5"/>
          <p:cNvGrpSpPr/>
          <p:nvPr/>
        </p:nvGrpSpPr>
        <p:grpSpPr>
          <a:xfrm>
            <a:off x="827267" y="3174713"/>
            <a:ext cx="12319777" cy="6586315"/>
            <a:chOff x="0" y="-57150"/>
            <a:chExt cx="3244715" cy="1734667"/>
          </a:xfrm>
        </p:grpSpPr>
        <p:sp>
          <p:nvSpPr>
            <p:cNvPr id="232" name="Google Shape;232;p15"/>
            <p:cNvSpPr/>
            <p:nvPr/>
          </p:nvSpPr>
          <p:spPr>
            <a:xfrm>
              <a:off x="0" y="0"/>
              <a:ext cx="3244715" cy="1677517"/>
            </a:xfrm>
            <a:custGeom>
              <a:rect b="b" l="l" r="r" t="t"/>
              <a:pathLst>
                <a:path extrusionOk="0" h="1677517" w="3244715">
                  <a:moveTo>
                    <a:pt x="0" y="0"/>
                  </a:moveTo>
                  <a:lnTo>
                    <a:pt x="3244715" y="0"/>
                  </a:lnTo>
                  <a:lnTo>
                    <a:pt x="3244715" y="1677517"/>
                  </a:lnTo>
                  <a:lnTo>
                    <a:pt x="0" y="1677517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</p:sp>
        <p:sp>
          <p:nvSpPr>
            <p:cNvPr id="233" name="Google Shape;233;p15"/>
            <p:cNvSpPr txBox="1"/>
            <p:nvPr/>
          </p:nvSpPr>
          <p:spPr>
            <a:xfrm>
              <a:off x="0" y="-57150"/>
              <a:ext cx="3244715" cy="1734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7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p15"/>
          <p:cNvGrpSpPr/>
          <p:nvPr/>
        </p:nvGrpSpPr>
        <p:grpSpPr>
          <a:xfrm>
            <a:off x="1040644" y="3168581"/>
            <a:ext cx="11916911" cy="1031442"/>
            <a:chOff x="0" y="-95250"/>
            <a:chExt cx="3138610" cy="271656"/>
          </a:xfrm>
        </p:grpSpPr>
        <p:sp>
          <p:nvSpPr>
            <p:cNvPr id="235" name="Google Shape;235;p15"/>
            <p:cNvSpPr/>
            <p:nvPr/>
          </p:nvSpPr>
          <p:spPr>
            <a:xfrm>
              <a:off x="0" y="0"/>
              <a:ext cx="3138610" cy="176406"/>
            </a:xfrm>
            <a:custGeom>
              <a:rect b="b" l="l" r="r" t="t"/>
              <a:pathLst>
                <a:path extrusionOk="0" h="176406" w="3138610">
                  <a:moveTo>
                    <a:pt x="0" y="0"/>
                  </a:moveTo>
                  <a:lnTo>
                    <a:pt x="3138610" y="0"/>
                  </a:lnTo>
                  <a:lnTo>
                    <a:pt x="3138610" y="176406"/>
                  </a:lnTo>
                  <a:lnTo>
                    <a:pt x="0" y="1764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6" name="Google Shape;236;p15"/>
            <p:cNvSpPr txBox="1"/>
            <p:nvPr/>
          </p:nvSpPr>
          <p:spPr>
            <a:xfrm>
              <a:off x="0" y="-95250"/>
              <a:ext cx="3138610" cy="271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2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15"/>
          <p:cNvSpPr txBox="1"/>
          <p:nvPr/>
        </p:nvSpPr>
        <p:spPr>
          <a:xfrm>
            <a:off x="827267" y="1991503"/>
            <a:ext cx="12319777" cy="1066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Embora existam inúmeros designs, a estrutura mais comum e fundamental é ilustrada a seguir: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8" name="Google Shape;238;p15"/>
          <p:cNvGrpSpPr/>
          <p:nvPr/>
        </p:nvGrpSpPr>
        <p:grpSpPr>
          <a:xfrm>
            <a:off x="1040644" y="3952671"/>
            <a:ext cx="11916911" cy="1031442"/>
            <a:chOff x="0" y="-95250"/>
            <a:chExt cx="3138610" cy="271656"/>
          </a:xfrm>
        </p:grpSpPr>
        <p:sp>
          <p:nvSpPr>
            <p:cNvPr id="239" name="Google Shape;239;p15"/>
            <p:cNvSpPr/>
            <p:nvPr/>
          </p:nvSpPr>
          <p:spPr>
            <a:xfrm>
              <a:off x="0" y="0"/>
              <a:ext cx="3138610" cy="176406"/>
            </a:xfrm>
            <a:custGeom>
              <a:rect b="b" l="l" r="r" t="t"/>
              <a:pathLst>
                <a:path extrusionOk="0" h="176406" w="3138610">
                  <a:moveTo>
                    <a:pt x="0" y="0"/>
                  </a:moveTo>
                  <a:lnTo>
                    <a:pt x="3138610" y="0"/>
                  </a:lnTo>
                  <a:lnTo>
                    <a:pt x="3138610" y="176406"/>
                  </a:lnTo>
                  <a:lnTo>
                    <a:pt x="0" y="1764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0" name="Google Shape;240;p15"/>
            <p:cNvSpPr txBox="1"/>
            <p:nvPr/>
          </p:nvSpPr>
          <p:spPr>
            <a:xfrm>
              <a:off x="0" y="-95250"/>
              <a:ext cx="3138610" cy="271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2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" name="Google Shape;241;p15"/>
          <p:cNvGrpSpPr/>
          <p:nvPr/>
        </p:nvGrpSpPr>
        <p:grpSpPr>
          <a:xfrm>
            <a:off x="1028700" y="4736761"/>
            <a:ext cx="11928855" cy="4125782"/>
            <a:chOff x="0" y="-95250"/>
            <a:chExt cx="3141756" cy="1086626"/>
          </a:xfrm>
        </p:grpSpPr>
        <p:sp>
          <p:nvSpPr>
            <p:cNvPr id="242" name="Google Shape;242;p15"/>
            <p:cNvSpPr/>
            <p:nvPr/>
          </p:nvSpPr>
          <p:spPr>
            <a:xfrm>
              <a:off x="0" y="0"/>
              <a:ext cx="3141756" cy="991376"/>
            </a:xfrm>
            <a:custGeom>
              <a:rect b="b" l="l" r="r" t="t"/>
              <a:pathLst>
                <a:path extrusionOk="0" h="991376" w="3141756">
                  <a:moveTo>
                    <a:pt x="0" y="0"/>
                  </a:moveTo>
                  <a:lnTo>
                    <a:pt x="3141756" y="0"/>
                  </a:lnTo>
                  <a:lnTo>
                    <a:pt x="3141756" y="991376"/>
                  </a:lnTo>
                  <a:lnTo>
                    <a:pt x="0" y="9913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3" name="Google Shape;243;p15"/>
            <p:cNvSpPr txBox="1"/>
            <p:nvPr/>
          </p:nvSpPr>
          <p:spPr>
            <a:xfrm>
              <a:off x="0" y="-95250"/>
              <a:ext cx="3141756" cy="10866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2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p15"/>
          <p:cNvGrpSpPr/>
          <p:nvPr/>
        </p:nvGrpSpPr>
        <p:grpSpPr>
          <a:xfrm>
            <a:off x="1028700" y="8615191"/>
            <a:ext cx="11916911" cy="1031442"/>
            <a:chOff x="0" y="-95250"/>
            <a:chExt cx="3138610" cy="271656"/>
          </a:xfrm>
        </p:grpSpPr>
        <p:sp>
          <p:nvSpPr>
            <p:cNvPr id="245" name="Google Shape;245;p15"/>
            <p:cNvSpPr/>
            <p:nvPr/>
          </p:nvSpPr>
          <p:spPr>
            <a:xfrm>
              <a:off x="0" y="0"/>
              <a:ext cx="3138610" cy="176406"/>
            </a:xfrm>
            <a:custGeom>
              <a:rect b="b" l="l" r="r" t="t"/>
              <a:pathLst>
                <a:path extrusionOk="0" h="176406" w="3138610">
                  <a:moveTo>
                    <a:pt x="0" y="0"/>
                  </a:moveTo>
                  <a:lnTo>
                    <a:pt x="3138610" y="0"/>
                  </a:lnTo>
                  <a:lnTo>
                    <a:pt x="3138610" y="176406"/>
                  </a:lnTo>
                  <a:lnTo>
                    <a:pt x="0" y="1764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6" name="Google Shape;246;p15"/>
            <p:cNvSpPr txBox="1"/>
            <p:nvPr/>
          </p:nvSpPr>
          <p:spPr>
            <a:xfrm>
              <a:off x="0" y="-95250"/>
              <a:ext cx="3138610" cy="271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2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p15"/>
          <p:cNvSpPr txBox="1"/>
          <p:nvPr/>
        </p:nvSpPr>
        <p:spPr>
          <a:xfrm>
            <a:off x="1028700" y="3546028"/>
            <a:ext cx="11916911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1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Cabeçalho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5"/>
          <p:cNvSpPr txBox="1"/>
          <p:nvPr/>
        </p:nvSpPr>
        <p:spPr>
          <a:xfrm>
            <a:off x="1028700" y="4330118"/>
            <a:ext cx="11916911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1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Menu de navegação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5"/>
          <p:cNvSpPr txBox="1"/>
          <p:nvPr/>
        </p:nvSpPr>
        <p:spPr>
          <a:xfrm>
            <a:off x="1028700" y="6661378"/>
            <a:ext cx="11916911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1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Conteúdo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5"/>
          <p:cNvSpPr txBox="1"/>
          <p:nvPr/>
        </p:nvSpPr>
        <p:spPr>
          <a:xfrm>
            <a:off x="1028700" y="8995893"/>
            <a:ext cx="11916911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1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Rodapé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5"/>
          <p:cNvSpPr txBox="1"/>
          <p:nvPr/>
        </p:nvSpPr>
        <p:spPr>
          <a:xfrm>
            <a:off x="13541929" y="5993960"/>
            <a:ext cx="3978397" cy="2114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Vamos aprender a definir cada uma delas com as tags semânticas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253" name="Google Shape;253;p15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12649200" y="692475"/>
            <a:ext cx="4871085" cy="2438591"/>
          </a:xfrm>
          <a:custGeom>
            <a:rect b="b" l="l" r="r" t="t"/>
            <a:pathLst>
              <a:path extrusionOk="0" h="3251454" w="6494780">
                <a:moveTo>
                  <a:pt x="0" y="0"/>
                </a:moveTo>
                <a:lnTo>
                  <a:pt x="6494780" y="0"/>
                </a:lnTo>
                <a:lnTo>
                  <a:pt x="6494780" y="3251454"/>
                </a:lnTo>
                <a:lnTo>
                  <a:pt x="0" y="3251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5" name="Google Shape;255;p15"/>
          <p:cNvSpPr txBox="1"/>
          <p:nvPr/>
        </p:nvSpPr>
        <p:spPr>
          <a:xfrm>
            <a:off x="863065" y="1009561"/>
            <a:ext cx="10211082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9"/>
              <a:buFont typeface="Arial"/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Tags semânticas e Layouts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"/>
          <p:cNvSpPr/>
          <p:nvPr/>
        </p:nvSpPr>
        <p:spPr>
          <a:xfrm>
            <a:off x="2615773" y="3158315"/>
            <a:ext cx="13056454" cy="6348701"/>
          </a:xfrm>
          <a:custGeom>
            <a:rect b="b" l="l" r="r" t="t"/>
            <a:pathLst>
              <a:path extrusionOk="0" h="6348701" w="13056454">
                <a:moveTo>
                  <a:pt x="0" y="0"/>
                </a:moveTo>
                <a:lnTo>
                  <a:pt x="13056454" y="0"/>
                </a:lnTo>
                <a:lnTo>
                  <a:pt x="13056454" y="6348701"/>
                </a:lnTo>
                <a:lnTo>
                  <a:pt x="0" y="6348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p16"/>
          <p:cNvSpPr txBox="1"/>
          <p:nvPr/>
        </p:nvSpPr>
        <p:spPr>
          <a:xfrm>
            <a:off x="792135" y="2355821"/>
            <a:ext cx="7228118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Exemplificando com o site do Spotify: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12649200" y="692475"/>
            <a:ext cx="4871085" cy="2438591"/>
          </a:xfrm>
          <a:custGeom>
            <a:rect b="b" l="l" r="r" t="t"/>
            <a:pathLst>
              <a:path extrusionOk="0" h="3251454" w="6494780">
                <a:moveTo>
                  <a:pt x="0" y="0"/>
                </a:moveTo>
                <a:lnTo>
                  <a:pt x="6494780" y="0"/>
                </a:lnTo>
                <a:lnTo>
                  <a:pt x="6494780" y="3251454"/>
                </a:lnTo>
                <a:lnTo>
                  <a:pt x="0" y="3251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3" name="Google Shape;263;p16"/>
          <p:cNvGrpSpPr/>
          <p:nvPr/>
        </p:nvGrpSpPr>
        <p:grpSpPr>
          <a:xfrm>
            <a:off x="9725228" y="1553801"/>
            <a:ext cx="4170437" cy="1152103"/>
            <a:chOff x="0" y="-321322"/>
            <a:chExt cx="5560582" cy="1536136"/>
          </a:xfrm>
        </p:grpSpPr>
        <p:grpSp>
          <p:nvGrpSpPr>
            <p:cNvPr id="264" name="Google Shape;264;p16"/>
            <p:cNvGrpSpPr/>
            <p:nvPr/>
          </p:nvGrpSpPr>
          <p:grpSpPr>
            <a:xfrm>
              <a:off x="0" y="-289322"/>
              <a:ext cx="5560582" cy="1504136"/>
              <a:chOff x="0" y="-57150"/>
              <a:chExt cx="1098387" cy="297113"/>
            </a:xfrm>
          </p:grpSpPr>
          <p:sp>
            <p:nvSpPr>
              <p:cNvPr id="265" name="Google Shape;265;p16"/>
              <p:cNvSpPr/>
              <p:nvPr/>
            </p:nvSpPr>
            <p:spPr>
              <a:xfrm>
                <a:off x="0" y="0"/>
                <a:ext cx="1098387" cy="239963"/>
              </a:xfrm>
              <a:custGeom>
                <a:rect b="b" l="l" r="r" t="t"/>
                <a:pathLst>
                  <a:path extrusionOk="0" h="239963" w="1098387">
                    <a:moveTo>
                      <a:pt x="0" y="0"/>
                    </a:moveTo>
                    <a:lnTo>
                      <a:pt x="1098387" y="0"/>
                    </a:lnTo>
                    <a:lnTo>
                      <a:pt x="1098387" y="239963"/>
                    </a:lnTo>
                    <a:lnTo>
                      <a:pt x="0" y="239963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</p:sp>
          <p:sp>
            <p:nvSpPr>
              <p:cNvPr id="266" name="Google Shape;266;p16"/>
              <p:cNvSpPr txBox="1"/>
              <p:nvPr/>
            </p:nvSpPr>
            <p:spPr>
              <a:xfrm>
                <a:off x="0" y="-57150"/>
                <a:ext cx="1098387" cy="297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7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7" name="Google Shape;267;p16"/>
            <p:cNvGrpSpPr/>
            <p:nvPr/>
          </p:nvGrpSpPr>
          <p:grpSpPr>
            <a:xfrm>
              <a:off x="125906" y="-321322"/>
              <a:ext cx="5308770" cy="1375256"/>
              <a:chOff x="0" y="-95250"/>
              <a:chExt cx="1048646" cy="271656"/>
            </a:xfrm>
          </p:grpSpPr>
          <p:sp>
            <p:nvSpPr>
              <p:cNvPr id="268" name="Google Shape;268;p16"/>
              <p:cNvSpPr/>
              <p:nvPr/>
            </p:nvSpPr>
            <p:spPr>
              <a:xfrm>
                <a:off x="0" y="0"/>
                <a:ext cx="1048646" cy="176406"/>
              </a:xfrm>
              <a:custGeom>
                <a:rect b="b" l="l" r="r" t="t"/>
                <a:pathLst>
                  <a:path extrusionOk="0" h="176406" w="1048646">
                    <a:moveTo>
                      <a:pt x="0" y="0"/>
                    </a:moveTo>
                    <a:lnTo>
                      <a:pt x="1048646" y="0"/>
                    </a:lnTo>
                    <a:lnTo>
                      <a:pt x="1048646" y="176406"/>
                    </a:lnTo>
                    <a:lnTo>
                      <a:pt x="0" y="17640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9" name="Google Shape;269;p16"/>
              <p:cNvSpPr txBox="1"/>
              <p:nvPr/>
            </p:nvSpPr>
            <p:spPr>
              <a:xfrm>
                <a:off x="0" y="-95250"/>
                <a:ext cx="1048646" cy="2716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227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0" name="Google Shape;270;p16"/>
            <p:cNvSpPr txBox="1"/>
            <p:nvPr/>
          </p:nvSpPr>
          <p:spPr>
            <a:xfrm>
              <a:off x="125906" y="218030"/>
              <a:ext cx="5308770" cy="692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8"/>
                <a:buFont typeface="Arial"/>
                <a:buNone/>
              </a:pPr>
              <a:r>
                <a:rPr b="1" i="0" lang="en-US" sz="2998" u="none" cap="none" strike="noStrike">
                  <a:solidFill>
                    <a:srgbClr val="E30613"/>
                  </a:solidFill>
                  <a:latin typeface="Arial"/>
                  <a:ea typeface="Arial"/>
                  <a:cs typeface="Arial"/>
                  <a:sym typeface="Arial"/>
                </a:rPr>
                <a:t>Menu de navegação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" name="Google Shape;271;p16"/>
          <p:cNvGrpSpPr/>
          <p:nvPr/>
        </p:nvGrpSpPr>
        <p:grpSpPr>
          <a:xfrm>
            <a:off x="9377512" y="2941324"/>
            <a:ext cx="5020566" cy="807028"/>
            <a:chOff x="0" y="-57150"/>
            <a:chExt cx="1322289" cy="212551"/>
          </a:xfrm>
        </p:grpSpPr>
        <p:sp>
          <p:nvSpPr>
            <p:cNvPr id="272" name="Google Shape;272;p16"/>
            <p:cNvSpPr/>
            <p:nvPr/>
          </p:nvSpPr>
          <p:spPr>
            <a:xfrm>
              <a:off x="0" y="0"/>
              <a:ext cx="1322289" cy="155401"/>
            </a:xfrm>
            <a:custGeom>
              <a:rect b="b" l="l" r="r" t="t"/>
              <a:pathLst>
                <a:path extrusionOk="0" h="155401" w="1322289">
                  <a:moveTo>
                    <a:pt x="0" y="0"/>
                  </a:moveTo>
                  <a:lnTo>
                    <a:pt x="1322289" y="0"/>
                  </a:lnTo>
                  <a:lnTo>
                    <a:pt x="1322289" y="155401"/>
                  </a:lnTo>
                  <a:lnTo>
                    <a:pt x="0" y="1554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E30613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73" name="Google Shape;273;p16"/>
            <p:cNvSpPr txBox="1"/>
            <p:nvPr/>
          </p:nvSpPr>
          <p:spPr>
            <a:xfrm>
              <a:off x="0" y="-57150"/>
              <a:ext cx="1322289" cy="212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7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74" name="Google Shape;274;p16"/>
          <p:cNvCxnSpPr/>
          <p:nvPr/>
        </p:nvCxnSpPr>
        <p:spPr>
          <a:xfrm>
            <a:off x="11349449" y="2705904"/>
            <a:ext cx="828018" cy="379413"/>
          </a:xfrm>
          <a:prstGeom prst="straightConnector1">
            <a:avLst/>
          </a:prstGeom>
          <a:noFill/>
          <a:ln cap="flat" cmpd="sng" w="57150">
            <a:solidFill>
              <a:srgbClr val="E3061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5" name="Google Shape;275;p16"/>
          <p:cNvCxnSpPr/>
          <p:nvPr/>
        </p:nvCxnSpPr>
        <p:spPr>
          <a:xfrm flipH="1" rot="10800000">
            <a:off x="1818052" y="3453334"/>
            <a:ext cx="1306224" cy="1008496"/>
          </a:xfrm>
          <a:prstGeom prst="straightConnector1">
            <a:avLst/>
          </a:prstGeom>
          <a:noFill/>
          <a:ln cap="flat" cmpd="sng" w="57150">
            <a:solidFill>
              <a:srgbClr val="E30613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276" name="Google Shape;276;p16"/>
          <p:cNvGrpSpPr/>
          <p:nvPr/>
        </p:nvGrpSpPr>
        <p:grpSpPr>
          <a:xfrm>
            <a:off x="3124276" y="2941324"/>
            <a:ext cx="5020566" cy="807028"/>
            <a:chOff x="0" y="-57150"/>
            <a:chExt cx="1322289" cy="212551"/>
          </a:xfrm>
        </p:grpSpPr>
        <p:sp>
          <p:nvSpPr>
            <p:cNvPr id="277" name="Google Shape;277;p16"/>
            <p:cNvSpPr/>
            <p:nvPr/>
          </p:nvSpPr>
          <p:spPr>
            <a:xfrm>
              <a:off x="0" y="0"/>
              <a:ext cx="1322289" cy="155401"/>
            </a:xfrm>
            <a:custGeom>
              <a:rect b="b" l="l" r="r" t="t"/>
              <a:pathLst>
                <a:path extrusionOk="0" h="155401" w="1322289">
                  <a:moveTo>
                    <a:pt x="0" y="0"/>
                  </a:moveTo>
                  <a:lnTo>
                    <a:pt x="1322289" y="0"/>
                  </a:lnTo>
                  <a:lnTo>
                    <a:pt x="1322289" y="155401"/>
                  </a:lnTo>
                  <a:lnTo>
                    <a:pt x="0" y="1554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E30613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78" name="Google Shape;278;p16"/>
            <p:cNvSpPr txBox="1"/>
            <p:nvPr/>
          </p:nvSpPr>
          <p:spPr>
            <a:xfrm>
              <a:off x="0" y="-57150"/>
              <a:ext cx="1322289" cy="212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7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9" name="Google Shape;279;p16"/>
          <p:cNvGrpSpPr/>
          <p:nvPr/>
        </p:nvGrpSpPr>
        <p:grpSpPr>
          <a:xfrm>
            <a:off x="2747436" y="3598036"/>
            <a:ext cx="12794374" cy="5660264"/>
            <a:chOff x="0" y="-57150"/>
            <a:chExt cx="3369712" cy="1490769"/>
          </a:xfrm>
        </p:grpSpPr>
        <p:sp>
          <p:nvSpPr>
            <p:cNvPr id="280" name="Google Shape;280;p16"/>
            <p:cNvSpPr/>
            <p:nvPr/>
          </p:nvSpPr>
          <p:spPr>
            <a:xfrm>
              <a:off x="0" y="0"/>
              <a:ext cx="3369712" cy="1433619"/>
            </a:xfrm>
            <a:custGeom>
              <a:rect b="b" l="l" r="r" t="t"/>
              <a:pathLst>
                <a:path extrusionOk="0" h="1433619" w="3369712">
                  <a:moveTo>
                    <a:pt x="0" y="0"/>
                  </a:moveTo>
                  <a:lnTo>
                    <a:pt x="3369712" y="0"/>
                  </a:lnTo>
                  <a:lnTo>
                    <a:pt x="3369712" y="1433619"/>
                  </a:lnTo>
                  <a:lnTo>
                    <a:pt x="0" y="14336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E30613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81" name="Google Shape;281;p16"/>
            <p:cNvSpPr txBox="1"/>
            <p:nvPr/>
          </p:nvSpPr>
          <p:spPr>
            <a:xfrm>
              <a:off x="0" y="-57150"/>
              <a:ext cx="3369712" cy="1490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7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2" name="Google Shape;282;p16"/>
          <p:cNvGrpSpPr/>
          <p:nvPr/>
        </p:nvGrpSpPr>
        <p:grpSpPr>
          <a:xfrm>
            <a:off x="15286314" y="4642263"/>
            <a:ext cx="2564465" cy="3240186"/>
            <a:chOff x="0" y="-321323"/>
            <a:chExt cx="3419287" cy="4320248"/>
          </a:xfrm>
        </p:grpSpPr>
        <p:grpSp>
          <p:nvGrpSpPr>
            <p:cNvPr id="283" name="Google Shape;283;p16"/>
            <p:cNvGrpSpPr/>
            <p:nvPr/>
          </p:nvGrpSpPr>
          <p:grpSpPr>
            <a:xfrm>
              <a:off x="0" y="-289322"/>
              <a:ext cx="3419287" cy="4288247"/>
              <a:chOff x="0" y="-57150"/>
              <a:chExt cx="675415" cy="847061"/>
            </a:xfrm>
          </p:grpSpPr>
          <p:sp>
            <p:nvSpPr>
              <p:cNvPr id="284" name="Google Shape;284;p16"/>
              <p:cNvSpPr/>
              <p:nvPr/>
            </p:nvSpPr>
            <p:spPr>
              <a:xfrm>
                <a:off x="0" y="0"/>
                <a:ext cx="675415" cy="789911"/>
              </a:xfrm>
              <a:custGeom>
                <a:rect b="b" l="l" r="r" t="t"/>
                <a:pathLst>
                  <a:path extrusionOk="0" h="789911" w="675415">
                    <a:moveTo>
                      <a:pt x="0" y="0"/>
                    </a:moveTo>
                    <a:lnTo>
                      <a:pt x="675415" y="0"/>
                    </a:lnTo>
                    <a:lnTo>
                      <a:pt x="675415" y="789911"/>
                    </a:lnTo>
                    <a:lnTo>
                      <a:pt x="0" y="789911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</p:sp>
          <p:sp>
            <p:nvSpPr>
              <p:cNvPr id="285" name="Google Shape;285;p16"/>
              <p:cNvSpPr txBox="1"/>
              <p:nvPr/>
            </p:nvSpPr>
            <p:spPr>
              <a:xfrm>
                <a:off x="0" y="-57150"/>
                <a:ext cx="675415" cy="8470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7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6" name="Google Shape;286;p16"/>
            <p:cNvGrpSpPr/>
            <p:nvPr/>
          </p:nvGrpSpPr>
          <p:grpSpPr>
            <a:xfrm>
              <a:off x="77421" y="-321323"/>
              <a:ext cx="3264444" cy="4186417"/>
              <a:chOff x="0" y="-95250"/>
              <a:chExt cx="644828" cy="826947"/>
            </a:xfrm>
          </p:grpSpPr>
          <p:sp>
            <p:nvSpPr>
              <p:cNvPr id="287" name="Google Shape;287;p16"/>
              <p:cNvSpPr/>
              <p:nvPr/>
            </p:nvSpPr>
            <p:spPr>
              <a:xfrm>
                <a:off x="0" y="0"/>
                <a:ext cx="644828" cy="731697"/>
              </a:xfrm>
              <a:custGeom>
                <a:rect b="b" l="l" r="r" t="t"/>
                <a:pathLst>
                  <a:path extrusionOk="0" h="731697" w="644828">
                    <a:moveTo>
                      <a:pt x="0" y="0"/>
                    </a:moveTo>
                    <a:lnTo>
                      <a:pt x="644828" y="0"/>
                    </a:lnTo>
                    <a:lnTo>
                      <a:pt x="644828" y="731697"/>
                    </a:lnTo>
                    <a:lnTo>
                      <a:pt x="0" y="7316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8" name="Google Shape;288;p16"/>
              <p:cNvSpPr txBox="1"/>
              <p:nvPr/>
            </p:nvSpPr>
            <p:spPr>
              <a:xfrm>
                <a:off x="0" y="-95250"/>
                <a:ext cx="644828" cy="8269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227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9" name="Google Shape;289;p16"/>
            <p:cNvSpPr txBox="1"/>
            <p:nvPr/>
          </p:nvSpPr>
          <p:spPr>
            <a:xfrm>
              <a:off x="77421" y="218030"/>
              <a:ext cx="3264300" cy="287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8"/>
                <a:buFont typeface="Arial"/>
                <a:buNone/>
              </a:pPr>
              <a:r>
                <a:rPr b="1" i="0" lang="en-US" sz="2698" u="none" cap="none" strike="noStrike">
                  <a:solidFill>
                    <a:srgbClr val="E30613"/>
                  </a:solidFill>
                  <a:latin typeface="Arial"/>
                  <a:ea typeface="Arial"/>
                  <a:cs typeface="Arial"/>
                  <a:sym typeface="Arial"/>
                </a:rPr>
                <a:t>Conteúdo (para ver tudo tem que rolar a página)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90" name="Google Shape;290;p16"/>
          <p:cNvCxnSpPr/>
          <p:nvPr/>
        </p:nvCxnSpPr>
        <p:spPr>
          <a:xfrm flipH="1">
            <a:off x="14061593" y="6586677"/>
            <a:ext cx="1156494" cy="582088"/>
          </a:xfrm>
          <a:prstGeom prst="straightConnector1">
            <a:avLst/>
          </a:prstGeom>
          <a:noFill/>
          <a:ln cap="flat" cmpd="sng" w="57150">
            <a:solidFill>
              <a:srgbClr val="E3061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1" name="Google Shape;291;p16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292" name="Google Shape;292;p16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6"/>
          <p:cNvSpPr txBox="1"/>
          <p:nvPr/>
        </p:nvSpPr>
        <p:spPr>
          <a:xfrm>
            <a:off x="863065" y="1009561"/>
            <a:ext cx="10211082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9"/>
              <a:buFont typeface="Arial"/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Tags semânticas e Layouts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4" name="Google Shape;294;p16"/>
          <p:cNvGrpSpPr/>
          <p:nvPr/>
        </p:nvGrpSpPr>
        <p:grpSpPr>
          <a:xfrm>
            <a:off x="535819" y="4220837"/>
            <a:ext cx="2564465" cy="1152103"/>
            <a:chOff x="0" y="-321322"/>
            <a:chExt cx="3419287" cy="1536136"/>
          </a:xfrm>
        </p:grpSpPr>
        <p:grpSp>
          <p:nvGrpSpPr>
            <p:cNvPr id="295" name="Google Shape;295;p16"/>
            <p:cNvGrpSpPr/>
            <p:nvPr/>
          </p:nvGrpSpPr>
          <p:grpSpPr>
            <a:xfrm>
              <a:off x="0" y="-289322"/>
              <a:ext cx="3419287" cy="1504136"/>
              <a:chOff x="0" y="-57150"/>
              <a:chExt cx="675415" cy="297113"/>
            </a:xfrm>
          </p:grpSpPr>
          <p:sp>
            <p:nvSpPr>
              <p:cNvPr id="296" name="Google Shape;296;p16"/>
              <p:cNvSpPr/>
              <p:nvPr/>
            </p:nvSpPr>
            <p:spPr>
              <a:xfrm>
                <a:off x="0" y="0"/>
                <a:ext cx="675415" cy="239963"/>
              </a:xfrm>
              <a:custGeom>
                <a:rect b="b" l="l" r="r" t="t"/>
                <a:pathLst>
                  <a:path extrusionOk="0" h="239963" w="675415">
                    <a:moveTo>
                      <a:pt x="0" y="0"/>
                    </a:moveTo>
                    <a:lnTo>
                      <a:pt x="675415" y="0"/>
                    </a:lnTo>
                    <a:lnTo>
                      <a:pt x="675415" y="239963"/>
                    </a:lnTo>
                    <a:lnTo>
                      <a:pt x="0" y="239963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</p:sp>
          <p:sp>
            <p:nvSpPr>
              <p:cNvPr id="297" name="Google Shape;297;p16"/>
              <p:cNvSpPr txBox="1"/>
              <p:nvPr/>
            </p:nvSpPr>
            <p:spPr>
              <a:xfrm>
                <a:off x="0" y="-57150"/>
                <a:ext cx="675415" cy="297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72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8" name="Google Shape;298;p16"/>
            <p:cNvGrpSpPr/>
            <p:nvPr/>
          </p:nvGrpSpPr>
          <p:grpSpPr>
            <a:xfrm>
              <a:off x="77421" y="-321322"/>
              <a:ext cx="3264444" cy="1375256"/>
              <a:chOff x="0" y="-95250"/>
              <a:chExt cx="644828" cy="271656"/>
            </a:xfrm>
          </p:grpSpPr>
          <p:sp>
            <p:nvSpPr>
              <p:cNvPr id="299" name="Google Shape;299;p16"/>
              <p:cNvSpPr/>
              <p:nvPr/>
            </p:nvSpPr>
            <p:spPr>
              <a:xfrm>
                <a:off x="0" y="0"/>
                <a:ext cx="644828" cy="176406"/>
              </a:xfrm>
              <a:custGeom>
                <a:rect b="b" l="l" r="r" t="t"/>
                <a:pathLst>
                  <a:path extrusionOk="0" h="176406" w="644828">
                    <a:moveTo>
                      <a:pt x="0" y="0"/>
                    </a:moveTo>
                    <a:lnTo>
                      <a:pt x="644828" y="0"/>
                    </a:lnTo>
                    <a:lnTo>
                      <a:pt x="644828" y="176406"/>
                    </a:lnTo>
                    <a:lnTo>
                      <a:pt x="0" y="17640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0" name="Google Shape;300;p16"/>
              <p:cNvSpPr txBox="1"/>
              <p:nvPr/>
            </p:nvSpPr>
            <p:spPr>
              <a:xfrm>
                <a:off x="0" y="-95250"/>
                <a:ext cx="644828" cy="2716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227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1" name="Google Shape;301;p16"/>
            <p:cNvSpPr txBox="1"/>
            <p:nvPr/>
          </p:nvSpPr>
          <p:spPr>
            <a:xfrm>
              <a:off x="77421" y="218030"/>
              <a:ext cx="32643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8"/>
                <a:buFont typeface="Arial"/>
                <a:buNone/>
              </a:pPr>
              <a:r>
                <a:rPr b="1" i="0" lang="en-US" sz="2998" u="none" cap="none" strike="noStrike">
                  <a:solidFill>
                    <a:srgbClr val="E30613"/>
                  </a:solidFill>
                  <a:latin typeface="Arial"/>
                  <a:ea typeface="Arial"/>
                  <a:cs typeface="Arial"/>
                  <a:sym typeface="Arial"/>
                </a:rPr>
                <a:t>Cabeçalho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"/>
          <p:cNvSpPr txBox="1"/>
          <p:nvPr/>
        </p:nvSpPr>
        <p:spPr>
          <a:xfrm>
            <a:off x="1028700" y="2587335"/>
            <a:ext cx="12319777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1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Cabeçalho 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7" name="Google Shape;307;p17"/>
          <p:cNvGrpSpPr/>
          <p:nvPr/>
        </p:nvGrpSpPr>
        <p:grpSpPr>
          <a:xfrm>
            <a:off x="4122411" y="2400198"/>
            <a:ext cx="2000553" cy="782100"/>
            <a:chOff x="0" y="-307164"/>
            <a:chExt cx="2667403" cy="1042800"/>
          </a:xfrm>
        </p:grpSpPr>
        <p:grpSp>
          <p:nvGrpSpPr>
            <p:cNvPr id="308" name="Google Shape;308;p17"/>
            <p:cNvGrpSpPr/>
            <p:nvPr/>
          </p:nvGrpSpPr>
          <p:grpSpPr>
            <a:xfrm>
              <a:off x="0" y="-307164"/>
              <a:ext cx="2667403" cy="1042800"/>
              <a:chOff x="0" y="-57150"/>
              <a:chExt cx="496321" cy="194020"/>
            </a:xfrm>
          </p:grpSpPr>
          <p:sp>
            <p:nvSpPr>
              <p:cNvPr id="309" name="Google Shape;309;p17"/>
              <p:cNvSpPr/>
              <p:nvPr/>
            </p:nvSpPr>
            <p:spPr>
              <a:xfrm>
                <a:off x="0" y="0"/>
                <a:ext cx="496321" cy="136870"/>
              </a:xfrm>
              <a:custGeom>
                <a:rect b="b" l="l" r="r" t="t"/>
                <a:pathLst>
                  <a:path extrusionOk="0" h="136870" w="496321">
                    <a:moveTo>
                      <a:pt x="496321" y="19349"/>
                    </a:moveTo>
                    <a:lnTo>
                      <a:pt x="496321" y="117520"/>
                    </a:lnTo>
                    <a:cubicBezTo>
                      <a:pt x="496321" y="122652"/>
                      <a:pt x="494282" y="127574"/>
                      <a:pt x="490653" y="131202"/>
                    </a:cubicBezTo>
                    <a:cubicBezTo>
                      <a:pt x="487025" y="134831"/>
                      <a:pt x="482103" y="136870"/>
                      <a:pt x="476971" y="136870"/>
                    </a:cubicBezTo>
                    <a:lnTo>
                      <a:pt x="19349" y="136870"/>
                    </a:lnTo>
                    <a:cubicBezTo>
                      <a:pt x="14218" y="136870"/>
                      <a:pt x="9296" y="134831"/>
                      <a:pt x="5667" y="131202"/>
                    </a:cubicBezTo>
                    <a:cubicBezTo>
                      <a:pt x="2039" y="127574"/>
                      <a:pt x="0" y="122652"/>
                      <a:pt x="0" y="117520"/>
                    </a:cubicBezTo>
                    <a:lnTo>
                      <a:pt x="0" y="19349"/>
                    </a:lnTo>
                    <a:cubicBezTo>
                      <a:pt x="0" y="14218"/>
                      <a:pt x="2039" y="9296"/>
                      <a:pt x="5667" y="5667"/>
                    </a:cubicBezTo>
                    <a:cubicBezTo>
                      <a:pt x="9296" y="2039"/>
                      <a:pt x="14218" y="0"/>
                      <a:pt x="19349" y="0"/>
                    </a:cubicBezTo>
                    <a:lnTo>
                      <a:pt x="476971" y="0"/>
                    </a:lnTo>
                    <a:cubicBezTo>
                      <a:pt x="482103" y="0"/>
                      <a:pt x="487025" y="2039"/>
                      <a:pt x="490653" y="5667"/>
                    </a:cubicBezTo>
                    <a:cubicBezTo>
                      <a:pt x="494282" y="9296"/>
                      <a:pt x="496321" y="14218"/>
                      <a:pt x="496321" y="19349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17"/>
              <p:cNvSpPr txBox="1"/>
              <p:nvPr/>
            </p:nvSpPr>
            <p:spPr>
              <a:xfrm>
                <a:off x="0" y="-57150"/>
                <a:ext cx="496321" cy="1940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3925" lIns="53925" spcFirstLastPara="1" rIns="53925" wrap="square" tIns="53925">
                <a:noAutofit/>
              </a:bodyPr>
              <a:lstStyle/>
              <a:p>
                <a:pPr indent="0" lvl="0" marL="0" marR="0" rtl="0" algn="ctr">
                  <a:lnSpc>
                    <a:spcPct val="23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1" name="Google Shape;311;p17"/>
            <p:cNvSpPr txBox="1"/>
            <p:nvPr/>
          </p:nvSpPr>
          <p:spPr>
            <a:xfrm>
              <a:off x="69803" y="-3657"/>
              <a:ext cx="2527797" cy="676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&lt;header&gt;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2" name="Google Shape;312;p17"/>
          <p:cNvSpPr/>
          <p:nvPr/>
        </p:nvSpPr>
        <p:spPr>
          <a:xfrm>
            <a:off x="1639759" y="6060852"/>
            <a:ext cx="11097659" cy="2288798"/>
          </a:xfrm>
          <a:custGeom>
            <a:rect b="b" l="l" r="r" t="t"/>
            <a:pathLst>
              <a:path extrusionOk="0" h="2288798" w="11097659">
                <a:moveTo>
                  <a:pt x="0" y="0"/>
                </a:moveTo>
                <a:lnTo>
                  <a:pt x="11097659" y="0"/>
                </a:lnTo>
                <a:lnTo>
                  <a:pt x="11097659" y="2288798"/>
                </a:lnTo>
                <a:lnTo>
                  <a:pt x="0" y="22887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3" name="Google Shape;313;p17"/>
          <p:cNvSpPr txBox="1"/>
          <p:nvPr/>
        </p:nvSpPr>
        <p:spPr>
          <a:xfrm>
            <a:off x="1028700" y="3606413"/>
            <a:ext cx="14257614" cy="1590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cabeçalho é a "</a:t>
            </a: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fachada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 do seu site.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 a tag semântica</a:t>
            </a: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&lt;header&gt;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você sinaliza que ali está o conteúdo introdutório da página ou de uma seção.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315" name="Google Shape;315;p17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12649200" y="692475"/>
            <a:ext cx="4871085" cy="2438591"/>
          </a:xfrm>
          <a:custGeom>
            <a:rect b="b" l="l" r="r" t="t"/>
            <a:pathLst>
              <a:path extrusionOk="0" h="3251454" w="6494780">
                <a:moveTo>
                  <a:pt x="0" y="0"/>
                </a:moveTo>
                <a:lnTo>
                  <a:pt x="6494780" y="0"/>
                </a:lnTo>
                <a:lnTo>
                  <a:pt x="6494780" y="3251454"/>
                </a:lnTo>
                <a:lnTo>
                  <a:pt x="0" y="3251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7" name="Google Shape;317;p17"/>
          <p:cNvSpPr txBox="1"/>
          <p:nvPr/>
        </p:nvSpPr>
        <p:spPr>
          <a:xfrm>
            <a:off x="863065" y="1009561"/>
            <a:ext cx="10211082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9"/>
              <a:buFont typeface="Arial"/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Tags semânticas e Layouts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"/>
          <p:cNvSpPr txBox="1"/>
          <p:nvPr/>
        </p:nvSpPr>
        <p:spPr>
          <a:xfrm>
            <a:off x="1028700" y="2481298"/>
            <a:ext cx="12319777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1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Barra de navegação com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3" name="Google Shape;323;p18"/>
          <p:cNvGrpSpPr/>
          <p:nvPr/>
        </p:nvGrpSpPr>
        <p:grpSpPr>
          <a:xfrm>
            <a:off x="5817413" y="2294162"/>
            <a:ext cx="1371176" cy="782100"/>
            <a:chOff x="0" y="-307164"/>
            <a:chExt cx="1828235" cy="1042800"/>
          </a:xfrm>
        </p:grpSpPr>
        <p:grpSp>
          <p:nvGrpSpPr>
            <p:cNvPr id="324" name="Google Shape;324;p18"/>
            <p:cNvGrpSpPr/>
            <p:nvPr/>
          </p:nvGrpSpPr>
          <p:grpSpPr>
            <a:xfrm>
              <a:off x="0" y="-307164"/>
              <a:ext cx="1828235" cy="1042800"/>
              <a:chOff x="0" y="-57150"/>
              <a:chExt cx="340178" cy="194020"/>
            </a:xfrm>
          </p:grpSpPr>
          <p:sp>
            <p:nvSpPr>
              <p:cNvPr id="325" name="Google Shape;325;p18"/>
              <p:cNvSpPr/>
              <p:nvPr/>
            </p:nvSpPr>
            <p:spPr>
              <a:xfrm>
                <a:off x="0" y="0"/>
                <a:ext cx="340178" cy="136870"/>
              </a:xfrm>
              <a:custGeom>
                <a:rect b="b" l="l" r="r" t="t"/>
                <a:pathLst>
                  <a:path extrusionOk="0" h="136870" w="340178">
                    <a:moveTo>
                      <a:pt x="340178" y="28231"/>
                    </a:moveTo>
                    <a:lnTo>
                      <a:pt x="340178" y="108639"/>
                    </a:lnTo>
                    <a:cubicBezTo>
                      <a:pt x="340178" y="124230"/>
                      <a:pt x="327538" y="136870"/>
                      <a:pt x="311947" y="136870"/>
                    </a:cubicBezTo>
                    <a:lnTo>
                      <a:pt x="28231" y="136870"/>
                    </a:lnTo>
                    <a:cubicBezTo>
                      <a:pt x="12639" y="136870"/>
                      <a:pt x="0" y="124230"/>
                      <a:pt x="0" y="108639"/>
                    </a:cubicBezTo>
                    <a:lnTo>
                      <a:pt x="0" y="28231"/>
                    </a:lnTo>
                    <a:cubicBezTo>
                      <a:pt x="0" y="12639"/>
                      <a:pt x="12639" y="0"/>
                      <a:pt x="28231" y="0"/>
                    </a:cubicBezTo>
                    <a:lnTo>
                      <a:pt x="311947" y="0"/>
                    </a:lnTo>
                    <a:cubicBezTo>
                      <a:pt x="327538" y="0"/>
                      <a:pt x="340178" y="12639"/>
                      <a:pt x="340178" y="28231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18"/>
              <p:cNvSpPr txBox="1"/>
              <p:nvPr/>
            </p:nvSpPr>
            <p:spPr>
              <a:xfrm>
                <a:off x="0" y="-57150"/>
                <a:ext cx="340178" cy="1940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3925" lIns="53925" spcFirstLastPara="1" rIns="53925" wrap="square" tIns="53925">
                <a:noAutofit/>
              </a:bodyPr>
              <a:lstStyle/>
              <a:p>
                <a:pPr indent="0" lvl="0" marL="0" marR="0" rtl="0" algn="ctr">
                  <a:lnSpc>
                    <a:spcPct val="23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7" name="Google Shape;327;p18"/>
            <p:cNvSpPr txBox="1"/>
            <p:nvPr/>
          </p:nvSpPr>
          <p:spPr>
            <a:xfrm>
              <a:off x="47843" y="-3657"/>
              <a:ext cx="1732549" cy="676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&lt;nav&gt;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" name="Google Shape;328;p18"/>
          <p:cNvSpPr/>
          <p:nvPr/>
        </p:nvSpPr>
        <p:spPr>
          <a:xfrm>
            <a:off x="1648793" y="5430278"/>
            <a:ext cx="7298637" cy="3077922"/>
          </a:xfrm>
          <a:custGeom>
            <a:rect b="b" l="l" r="r" t="t"/>
            <a:pathLst>
              <a:path extrusionOk="0" h="3077922" w="7298637">
                <a:moveTo>
                  <a:pt x="0" y="0"/>
                </a:moveTo>
                <a:lnTo>
                  <a:pt x="7298637" y="0"/>
                </a:lnTo>
                <a:lnTo>
                  <a:pt x="7298637" y="3077922"/>
                </a:lnTo>
                <a:lnTo>
                  <a:pt x="0" y="3077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9" name="Google Shape;329;p18"/>
          <p:cNvSpPr txBox="1"/>
          <p:nvPr/>
        </p:nvSpPr>
        <p:spPr>
          <a:xfrm>
            <a:off x="1028700" y="3500376"/>
            <a:ext cx="13578530" cy="1590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barra de navegação é o "</a:t>
            </a: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guia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 do seu site.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tag semântica </a:t>
            </a: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&lt;nav&gt;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indica claramente que o conteúdo dentro dela é um bloco de links de navegação.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8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331" name="Google Shape;331;p18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8"/>
          <p:cNvSpPr/>
          <p:nvPr/>
        </p:nvSpPr>
        <p:spPr>
          <a:xfrm>
            <a:off x="12649200" y="692475"/>
            <a:ext cx="4871085" cy="2438591"/>
          </a:xfrm>
          <a:custGeom>
            <a:rect b="b" l="l" r="r" t="t"/>
            <a:pathLst>
              <a:path extrusionOk="0" h="3251454" w="6494780">
                <a:moveTo>
                  <a:pt x="0" y="0"/>
                </a:moveTo>
                <a:lnTo>
                  <a:pt x="6494780" y="0"/>
                </a:lnTo>
                <a:lnTo>
                  <a:pt x="6494780" y="3251454"/>
                </a:lnTo>
                <a:lnTo>
                  <a:pt x="0" y="3251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3" name="Google Shape;333;p18"/>
          <p:cNvSpPr txBox="1"/>
          <p:nvPr/>
        </p:nvSpPr>
        <p:spPr>
          <a:xfrm>
            <a:off x="863065" y="1009561"/>
            <a:ext cx="10211082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9"/>
              <a:buFont typeface="Arial"/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Tags semânticas e Layouts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9"/>
          <p:cNvSpPr/>
          <p:nvPr/>
        </p:nvSpPr>
        <p:spPr>
          <a:xfrm>
            <a:off x="1028700" y="4120353"/>
            <a:ext cx="15648264" cy="860655"/>
          </a:xfrm>
          <a:custGeom>
            <a:rect b="b" l="l" r="r" t="t"/>
            <a:pathLst>
              <a:path extrusionOk="0" h="860655" w="15648264">
                <a:moveTo>
                  <a:pt x="0" y="0"/>
                </a:moveTo>
                <a:lnTo>
                  <a:pt x="15648264" y="0"/>
                </a:lnTo>
                <a:lnTo>
                  <a:pt x="15648264" y="860654"/>
                </a:lnTo>
                <a:lnTo>
                  <a:pt x="0" y="860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sq" cmpd="sng" w="38100">
            <a:solidFill>
              <a:srgbClr val="E3061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39" name="Google Shape;339;p19"/>
          <p:cNvSpPr/>
          <p:nvPr/>
        </p:nvSpPr>
        <p:spPr>
          <a:xfrm>
            <a:off x="1028700" y="5320151"/>
            <a:ext cx="15648264" cy="704172"/>
          </a:xfrm>
          <a:custGeom>
            <a:rect b="b" l="l" r="r" t="t"/>
            <a:pathLst>
              <a:path extrusionOk="0" h="704172" w="15648264">
                <a:moveTo>
                  <a:pt x="0" y="0"/>
                </a:moveTo>
                <a:lnTo>
                  <a:pt x="15648264" y="0"/>
                </a:lnTo>
                <a:lnTo>
                  <a:pt x="15648264" y="704172"/>
                </a:lnTo>
                <a:lnTo>
                  <a:pt x="0" y="704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sq" cmpd="sng" w="38100">
            <a:solidFill>
              <a:srgbClr val="E3061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40" name="Google Shape;340;p19"/>
          <p:cNvSpPr/>
          <p:nvPr/>
        </p:nvSpPr>
        <p:spPr>
          <a:xfrm>
            <a:off x="1028700" y="6367223"/>
            <a:ext cx="15648264" cy="1017137"/>
          </a:xfrm>
          <a:custGeom>
            <a:rect b="b" l="l" r="r" t="t"/>
            <a:pathLst>
              <a:path extrusionOk="0" h="1017137" w="15648264">
                <a:moveTo>
                  <a:pt x="0" y="0"/>
                </a:moveTo>
                <a:lnTo>
                  <a:pt x="15648264" y="0"/>
                </a:lnTo>
                <a:lnTo>
                  <a:pt x="15648264" y="1017137"/>
                </a:lnTo>
                <a:lnTo>
                  <a:pt x="0" y="10171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sq" cmpd="sng" w="38100">
            <a:solidFill>
              <a:srgbClr val="E3061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41" name="Google Shape;341;p19"/>
          <p:cNvSpPr/>
          <p:nvPr/>
        </p:nvSpPr>
        <p:spPr>
          <a:xfrm>
            <a:off x="1028700" y="7727260"/>
            <a:ext cx="15648264" cy="1330102"/>
          </a:xfrm>
          <a:custGeom>
            <a:rect b="b" l="l" r="r" t="t"/>
            <a:pathLst>
              <a:path extrusionOk="0" h="1330102" w="15648264">
                <a:moveTo>
                  <a:pt x="0" y="0"/>
                </a:moveTo>
                <a:lnTo>
                  <a:pt x="15648264" y="0"/>
                </a:lnTo>
                <a:lnTo>
                  <a:pt x="15648264" y="1330103"/>
                </a:lnTo>
                <a:lnTo>
                  <a:pt x="0" y="1330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 cap="sq" cmpd="sng" w="38100">
            <a:solidFill>
              <a:srgbClr val="E3061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42" name="Google Shape;342;p19"/>
          <p:cNvSpPr txBox="1"/>
          <p:nvPr/>
        </p:nvSpPr>
        <p:spPr>
          <a:xfrm>
            <a:off x="1028700" y="2577277"/>
            <a:ext cx="11620500" cy="1066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Normalmente o Cabeçalho e a Barra de Navegação estão bem próximos no topo da página, veja os exemplos: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344" name="Google Shape;344;p19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9"/>
          <p:cNvSpPr/>
          <p:nvPr/>
        </p:nvSpPr>
        <p:spPr>
          <a:xfrm>
            <a:off x="12649200" y="692475"/>
            <a:ext cx="4871085" cy="2438591"/>
          </a:xfrm>
          <a:custGeom>
            <a:rect b="b" l="l" r="r" t="t"/>
            <a:pathLst>
              <a:path extrusionOk="0" h="3251454" w="6494780">
                <a:moveTo>
                  <a:pt x="0" y="0"/>
                </a:moveTo>
                <a:lnTo>
                  <a:pt x="6494780" y="0"/>
                </a:lnTo>
                <a:lnTo>
                  <a:pt x="6494780" y="3251454"/>
                </a:lnTo>
                <a:lnTo>
                  <a:pt x="0" y="3251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6" name="Google Shape;346;p19"/>
          <p:cNvSpPr txBox="1"/>
          <p:nvPr/>
        </p:nvSpPr>
        <p:spPr>
          <a:xfrm>
            <a:off x="863065" y="1009561"/>
            <a:ext cx="10211082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9"/>
              <a:buFont typeface="Arial"/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Tags semânticas e Layouts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0"/>
          <p:cNvSpPr txBox="1"/>
          <p:nvPr/>
        </p:nvSpPr>
        <p:spPr>
          <a:xfrm>
            <a:off x="1028700" y="2418527"/>
            <a:ext cx="12319777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1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Área do conteúdo principal com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0"/>
          <p:cNvSpPr txBox="1"/>
          <p:nvPr/>
        </p:nvSpPr>
        <p:spPr>
          <a:xfrm>
            <a:off x="1028700" y="3177365"/>
            <a:ext cx="13578530" cy="1590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conteúdo principal é o "coração" do seu site.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tags &lt;main&gt;, &lt;article&gt; e &lt;section&gt; ajudam a estruturar e </a:t>
            </a: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organizar o conteúdo de forma lógica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3" name="Google Shape;353;p20"/>
          <p:cNvGrpSpPr/>
          <p:nvPr/>
        </p:nvGrpSpPr>
        <p:grpSpPr>
          <a:xfrm>
            <a:off x="7320978" y="2231391"/>
            <a:ext cx="1557551" cy="782100"/>
            <a:chOff x="0" y="-307164"/>
            <a:chExt cx="2076735" cy="1042800"/>
          </a:xfrm>
        </p:grpSpPr>
        <p:grpSp>
          <p:nvGrpSpPr>
            <p:cNvPr id="354" name="Google Shape;354;p20"/>
            <p:cNvGrpSpPr/>
            <p:nvPr/>
          </p:nvGrpSpPr>
          <p:grpSpPr>
            <a:xfrm>
              <a:off x="0" y="-307164"/>
              <a:ext cx="2076735" cy="1042800"/>
              <a:chOff x="0" y="-57150"/>
              <a:chExt cx="386416" cy="194020"/>
            </a:xfrm>
          </p:grpSpPr>
          <p:sp>
            <p:nvSpPr>
              <p:cNvPr id="355" name="Google Shape;355;p20"/>
              <p:cNvSpPr/>
              <p:nvPr/>
            </p:nvSpPr>
            <p:spPr>
              <a:xfrm>
                <a:off x="0" y="0"/>
                <a:ext cx="386416" cy="136870"/>
              </a:xfrm>
              <a:custGeom>
                <a:rect b="b" l="l" r="r" t="t"/>
                <a:pathLst>
                  <a:path extrusionOk="0" h="136870" w="386416">
                    <a:moveTo>
                      <a:pt x="386416" y="24853"/>
                    </a:moveTo>
                    <a:lnTo>
                      <a:pt x="386416" y="112017"/>
                    </a:lnTo>
                    <a:cubicBezTo>
                      <a:pt x="386416" y="125743"/>
                      <a:pt x="375289" y="136870"/>
                      <a:pt x="361563" y="136870"/>
                    </a:cubicBezTo>
                    <a:lnTo>
                      <a:pt x="24853" y="136870"/>
                    </a:lnTo>
                    <a:cubicBezTo>
                      <a:pt x="11127" y="136870"/>
                      <a:pt x="0" y="125743"/>
                      <a:pt x="0" y="112017"/>
                    </a:cubicBezTo>
                    <a:lnTo>
                      <a:pt x="0" y="24853"/>
                    </a:lnTo>
                    <a:cubicBezTo>
                      <a:pt x="0" y="11127"/>
                      <a:pt x="11127" y="0"/>
                      <a:pt x="24853" y="0"/>
                    </a:cubicBezTo>
                    <a:lnTo>
                      <a:pt x="361563" y="0"/>
                    </a:lnTo>
                    <a:cubicBezTo>
                      <a:pt x="368154" y="0"/>
                      <a:pt x="374476" y="2618"/>
                      <a:pt x="379136" y="7279"/>
                    </a:cubicBezTo>
                    <a:cubicBezTo>
                      <a:pt x="383797" y="11940"/>
                      <a:pt x="386416" y="18261"/>
                      <a:pt x="386416" y="24853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20"/>
              <p:cNvSpPr txBox="1"/>
              <p:nvPr/>
            </p:nvSpPr>
            <p:spPr>
              <a:xfrm>
                <a:off x="0" y="-57150"/>
                <a:ext cx="386416" cy="1940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3925" lIns="53925" spcFirstLastPara="1" rIns="53925" wrap="square" tIns="53925">
                <a:noAutofit/>
              </a:bodyPr>
              <a:lstStyle/>
              <a:p>
                <a:pPr indent="0" lvl="0" marL="0" marR="0" rtl="0" algn="ctr">
                  <a:lnSpc>
                    <a:spcPct val="23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7" name="Google Shape;357;p20"/>
            <p:cNvSpPr txBox="1"/>
            <p:nvPr/>
          </p:nvSpPr>
          <p:spPr>
            <a:xfrm>
              <a:off x="54346" y="-3657"/>
              <a:ext cx="1968043" cy="676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&lt;main&gt;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8" name="Google Shape;358;p20"/>
          <p:cNvGrpSpPr/>
          <p:nvPr/>
        </p:nvGrpSpPr>
        <p:grpSpPr>
          <a:xfrm>
            <a:off x="9144000" y="2231391"/>
            <a:ext cx="2295441" cy="782100"/>
            <a:chOff x="0" y="-307164"/>
            <a:chExt cx="3060588" cy="1042800"/>
          </a:xfrm>
        </p:grpSpPr>
        <p:grpSp>
          <p:nvGrpSpPr>
            <p:cNvPr id="359" name="Google Shape;359;p20"/>
            <p:cNvGrpSpPr/>
            <p:nvPr/>
          </p:nvGrpSpPr>
          <p:grpSpPr>
            <a:xfrm>
              <a:off x="0" y="-307164"/>
              <a:ext cx="3060588" cy="1042800"/>
              <a:chOff x="0" y="-57150"/>
              <a:chExt cx="569480" cy="194020"/>
            </a:xfrm>
          </p:grpSpPr>
          <p:sp>
            <p:nvSpPr>
              <p:cNvPr id="360" name="Google Shape;360;p20"/>
              <p:cNvSpPr/>
              <p:nvPr/>
            </p:nvSpPr>
            <p:spPr>
              <a:xfrm>
                <a:off x="0" y="0"/>
                <a:ext cx="569480" cy="136870"/>
              </a:xfrm>
              <a:custGeom>
                <a:rect b="b" l="l" r="r" t="t"/>
                <a:pathLst>
                  <a:path extrusionOk="0" h="136870" w="569480">
                    <a:moveTo>
                      <a:pt x="569480" y="16864"/>
                    </a:moveTo>
                    <a:lnTo>
                      <a:pt x="569480" y="120006"/>
                    </a:lnTo>
                    <a:cubicBezTo>
                      <a:pt x="569480" y="124478"/>
                      <a:pt x="567703" y="128768"/>
                      <a:pt x="564541" y="131930"/>
                    </a:cubicBezTo>
                    <a:cubicBezTo>
                      <a:pt x="561378" y="135093"/>
                      <a:pt x="557089" y="136870"/>
                      <a:pt x="552616" y="136870"/>
                    </a:cubicBezTo>
                    <a:lnTo>
                      <a:pt x="16864" y="136870"/>
                    </a:lnTo>
                    <a:cubicBezTo>
                      <a:pt x="7550" y="136870"/>
                      <a:pt x="0" y="129320"/>
                      <a:pt x="0" y="120006"/>
                    </a:cubicBezTo>
                    <a:lnTo>
                      <a:pt x="0" y="16864"/>
                    </a:lnTo>
                    <a:cubicBezTo>
                      <a:pt x="0" y="7550"/>
                      <a:pt x="7550" y="0"/>
                      <a:pt x="16864" y="0"/>
                    </a:cubicBezTo>
                    <a:lnTo>
                      <a:pt x="552616" y="0"/>
                    </a:lnTo>
                    <a:cubicBezTo>
                      <a:pt x="561930" y="0"/>
                      <a:pt x="569480" y="7550"/>
                      <a:pt x="569480" y="16864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20"/>
              <p:cNvSpPr txBox="1"/>
              <p:nvPr/>
            </p:nvSpPr>
            <p:spPr>
              <a:xfrm>
                <a:off x="0" y="-57150"/>
                <a:ext cx="569480" cy="1940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3925" lIns="53925" spcFirstLastPara="1" rIns="53925" wrap="square" tIns="53925">
                <a:noAutofit/>
              </a:bodyPr>
              <a:lstStyle/>
              <a:p>
                <a:pPr indent="0" lvl="0" marL="0" marR="0" rtl="0" algn="ctr">
                  <a:lnSpc>
                    <a:spcPct val="23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2" name="Google Shape;362;p20"/>
            <p:cNvSpPr txBox="1"/>
            <p:nvPr/>
          </p:nvSpPr>
          <p:spPr>
            <a:xfrm>
              <a:off x="80092" y="-3657"/>
              <a:ext cx="2900403" cy="676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&lt;article&gt;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3" name="Google Shape;363;p20"/>
          <p:cNvSpPr txBox="1"/>
          <p:nvPr/>
        </p:nvSpPr>
        <p:spPr>
          <a:xfrm>
            <a:off x="1028700" y="5020479"/>
            <a:ext cx="13578600" cy="49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165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⚬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  &lt;main&gt;   para o conteúdo principal e único da página.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65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⚬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     &lt;article&gt;      para conteúdos independentes e que fariam sentido se lidos isoladamente (ex: um post de blog).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65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⚬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    &lt;section&gt;     para agrupar conteúdo tematicamente relacionado dentro de um   &lt;main&gt;   ou      &lt;article&gt;      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65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⚬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   &lt;aside&gt;     para conteúdo que é tangencialmente relacionado ao conteúdo principal da página, mas que pode ser considerado separado. Pense nela como uma "nota lateral" ou uma "barra lateral".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4" name="Google Shape;364;p20"/>
          <p:cNvGrpSpPr/>
          <p:nvPr/>
        </p:nvGrpSpPr>
        <p:grpSpPr>
          <a:xfrm>
            <a:off x="3100285" y="4871776"/>
            <a:ext cx="1557551" cy="732572"/>
            <a:chOff x="0" y="-57150"/>
            <a:chExt cx="386416" cy="181732"/>
          </a:xfrm>
        </p:grpSpPr>
        <p:sp>
          <p:nvSpPr>
            <p:cNvPr id="365" name="Google Shape;365;p20"/>
            <p:cNvSpPr/>
            <p:nvPr/>
          </p:nvSpPr>
          <p:spPr>
            <a:xfrm>
              <a:off x="0" y="0"/>
              <a:ext cx="386416" cy="124582"/>
            </a:xfrm>
            <a:custGeom>
              <a:rect b="b" l="l" r="r" t="t"/>
              <a:pathLst>
                <a:path extrusionOk="0" h="124582" w="386416">
                  <a:moveTo>
                    <a:pt x="386416" y="24853"/>
                  </a:moveTo>
                  <a:lnTo>
                    <a:pt x="386416" y="99730"/>
                  </a:lnTo>
                  <a:cubicBezTo>
                    <a:pt x="386416" y="113455"/>
                    <a:pt x="375289" y="124582"/>
                    <a:pt x="361563" y="124582"/>
                  </a:cubicBezTo>
                  <a:lnTo>
                    <a:pt x="24853" y="124582"/>
                  </a:lnTo>
                  <a:cubicBezTo>
                    <a:pt x="18261" y="124582"/>
                    <a:pt x="11940" y="121964"/>
                    <a:pt x="7279" y="117303"/>
                  </a:cubicBezTo>
                  <a:cubicBezTo>
                    <a:pt x="2618" y="112642"/>
                    <a:pt x="0" y="106321"/>
                    <a:pt x="0" y="99730"/>
                  </a:cubicBezTo>
                  <a:lnTo>
                    <a:pt x="0" y="24853"/>
                  </a:lnTo>
                  <a:cubicBezTo>
                    <a:pt x="0" y="11127"/>
                    <a:pt x="11127" y="0"/>
                    <a:pt x="24853" y="0"/>
                  </a:cubicBezTo>
                  <a:lnTo>
                    <a:pt x="361563" y="0"/>
                  </a:lnTo>
                  <a:cubicBezTo>
                    <a:pt x="368154" y="0"/>
                    <a:pt x="374476" y="2618"/>
                    <a:pt x="379136" y="7279"/>
                  </a:cubicBezTo>
                  <a:cubicBezTo>
                    <a:pt x="383797" y="11940"/>
                    <a:pt x="386416" y="18261"/>
                    <a:pt x="386416" y="24853"/>
                  </a:cubicBezTo>
                  <a:close/>
                </a:path>
              </a:pathLst>
            </a:custGeom>
            <a:solidFill>
              <a:srgbClr val="CFC9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20"/>
            <p:cNvSpPr txBox="1"/>
            <p:nvPr/>
          </p:nvSpPr>
          <p:spPr>
            <a:xfrm>
              <a:off x="0" y="-57150"/>
              <a:ext cx="386416" cy="1817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925" lIns="53925" spcFirstLastPara="1" rIns="53925" wrap="square" tIns="53925">
              <a:noAutofit/>
            </a:bodyPr>
            <a:lstStyle/>
            <a:p>
              <a:pPr indent="0" lvl="0" marL="0" marR="0" rtl="0" algn="ctr">
                <a:lnSpc>
                  <a:spcPct val="2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7" name="Google Shape;367;p20"/>
          <p:cNvSpPr txBox="1"/>
          <p:nvPr/>
        </p:nvSpPr>
        <p:spPr>
          <a:xfrm>
            <a:off x="3141044" y="5106552"/>
            <a:ext cx="1476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E30613"/>
                </a:solidFill>
                <a:latin typeface="Fira Code"/>
                <a:ea typeface="Fira Code"/>
                <a:cs typeface="Fira Code"/>
                <a:sym typeface="Fira Code"/>
              </a:rPr>
              <a:t>&lt;main&gt;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8" name="Google Shape;368;p20"/>
          <p:cNvGrpSpPr/>
          <p:nvPr/>
        </p:nvGrpSpPr>
        <p:grpSpPr>
          <a:xfrm>
            <a:off x="4841889" y="7439744"/>
            <a:ext cx="1557551" cy="732572"/>
            <a:chOff x="7039189" y="6978719"/>
            <a:chExt cx="1557551" cy="732572"/>
          </a:xfrm>
        </p:grpSpPr>
        <p:grpSp>
          <p:nvGrpSpPr>
            <p:cNvPr id="369" name="Google Shape;369;p20"/>
            <p:cNvGrpSpPr/>
            <p:nvPr/>
          </p:nvGrpSpPr>
          <p:grpSpPr>
            <a:xfrm>
              <a:off x="7039189" y="6978719"/>
              <a:ext cx="1557551" cy="732572"/>
              <a:chOff x="0" y="-57150"/>
              <a:chExt cx="386416" cy="181732"/>
            </a:xfrm>
          </p:grpSpPr>
          <p:sp>
            <p:nvSpPr>
              <p:cNvPr id="370" name="Google Shape;370;p20"/>
              <p:cNvSpPr/>
              <p:nvPr/>
            </p:nvSpPr>
            <p:spPr>
              <a:xfrm>
                <a:off x="0" y="0"/>
                <a:ext cx="386416" cy="124582"/>
              </a:xfrm>
              <a:custGeom>
                <a:rect b="b" l="l" r="r" t="t"/>
                <a:pathLst>
                  <a:path extrusionOk="0" h="124582" w="386416">
                    <a:moveTo>
                      <a:pt x="386416" y="24853"/>
                    </a:moveTo>
                    <a:lnTo>
                      <a:pt x="386416" y="99730"/>
                    </a:lnTo>
                    <a:cubicBezTo>
                      <a:pt x="386416" y="113455"/>
                      <a:pt x="375289" y="124582"/>
                      <a:pt x="361563" y="124582"/>
                    </a:cubicBezTo>
                    <a:lnTo>
                      <a:pt x="24853" y="124582"/>
                    </a:lnTo>
                    <a:cubicBezTo>
                      <a:pt x="18261" y="124582"/>
                      <a:pt x="11940" y="121964"/>
                      <a:pt x="7279" y="117303"/>
                    </a:cubicBezTo>
                    <a:cubicBezTo>
                      <a:pt x="2618" y="112642"/>
                      <a:pt x="0" y="106321"/>
                      <a:pt x="0" y="99730"/>
                    </a:cubicBezTo>
                    <a:lnTo>
                      <a:pt x="0" y="24853"/>
                    </a:lnTo>
                    <a:cubicBezTo>
                      <a:pt x="0" y="11127"/>
                      <a:pt x="11127" y="0"/>
                      <a:pt x="24853" y="0"/>
                    </a:cubicBezTo>
                    <a:lnTo>
                      <a:pt x="361563" y="0"/>
                    </a:lnTo>
                    <a:cubicBezTo>
                      <a:pt x="368154" y="0"/>
                      <a:pt x="374476" y="2618"/>
                      <a:pt x="379136" y="7279"/>
                    </a:cubicBezTo>
                    <a:cubicBezTo>
                      <a:pt x="383797" y="11940"/>
                      <a:pt x="386416" y="18261"/>
                      <a:pt x="386416" y="24853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20"/>
              <p:cNvSpPr txBox="1"/>
              <p:nvPr/>
            </p:nvSpPr>
            <p:spPr>
              <a:xfrm>
                <a:off x="0" y="-57150"/>
                <a:ext cx="386416" cy="181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3925" lIns="53925" spcFirstLastPara="1" rIns="53925" wrap="square" tIns="53925">
                <a:noAutofit/>
              </a:bodyPr>
              <a:lstStyle/>
              <a:p>
                <a:pPr indent="0" lvl="0" marL="0" marR="0" rtl="0" algn="ctr">
                  <a:lnSpc>
                    <a:spcPct val="23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2" name="Google Shape;372;p20"/>
            <p:cNvSpPr txBox="1"/>
            <p:nvPr/>
          </p:nvSpPr>
          <p:spPr>
            <a:xfrm>
              <a:off x="7079949" y="7213495"/>
              <a:ext cx="1476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1" i="0" lang="en-US" sz="2700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&lt;main&gt;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3" name="Google Shape;373;p20"/>
          <p:cNvGrpSpPr/>
          <p:nvPr/>
        </p:nvGrpSpPr>
        <p:grpSpPr>
          <a:xfrm>
            <a:off x="3100285" y="5433028"/>
            <a:ext cx="2295441" cy="732572"/>
            <a:chOff x="0" y="-57150"/>
            <a:chExt cx="569480" cy="181732"/>
          </a:xfrm>
        </p:grpSpPr>
        <p:sp>
          <p:nvSpPr>
            <p:cNvPr id="374" name="Google Shape;374;p20"/>
            <p:cNvSpPr/>
            <p:nvPr/>
          </p:nvSpPr>
          <p:spPr>
            <a:xfrm>
              <a:off x="0" y="0"/>
              <a:ext cx="569480" cy="124582"/>
            </a:xfrm>
            <a:custGeom>
              <a:rect b="b" l="l" r="r" t="t"/>
              <a:pathLst>
                <a:path extrusionOk="0" h="124582" w="569480">
                  <a:moveTo>
                    <a:pt x="569480" y="16864"/>
                  </a:moveTo>
                  <a:lnTo>
                    <a:pt x="569480" y="107719"/>
                  </a:lnTo>
                  <a:cubicBezTo>
                    <a:pt x="569480" y="117032"/>
                    <a:pt x="561930" y="124582"/>
                    <a:pt x="552616" y="124582"/>
                  </a:cubicBezTo>
                  <a:lnTo>
                    <a:pt x="16864" y="124582"/>
                  </a:lnTo>
                  <a:cubicBezTo>
                    <a:pt x="12391" y="124582"/>
                    <a:pt x="8102" y="122806"/>
                    <a:pt x="4939" y="119643"/>
                  </a:cubicBezTo>
                  <a:cubicBezTo>
                    <a:pt x="1777" y="116481"/>
                    <a:pt x="0" y="112191"/>
                    <a:pt x="0" y="107719"/>
                  </a:cubicBezTo>
                  <a:lnTo>
                    <a:pt x="0" y="16864"/>
                  </a:lnTo>
                  <a:cubicBezTo>
                    <a:pt x="0" y="7550"/>
                    <a:pt x="7550" y="0"/>
                    <a:pt x="16864" y="0"/>
                  </a:cubicBezTo>
                  <a:lnTo>
                    <a:pt x="552616" y="0"/>
                  </a:lnTo>
                  <a:cubicBezTo>
                    <a:pt x="561930" y="0"/>
                    <a:pt x="569480" y="7550"/>
                    <a:pt x="569480" y="16864"/>
                  </a:cubicBezTo>
                  <a:close/>
                </a:path>
              </a:pathLst>
            </a:custGeom>
            <a:solidFill>
              <a:srgbClr val="CFC9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20"/>
            <p:cNvSpPr txBox="1"/>
            <p:nvPr/>
          </p:nvSpPr>
          <p:spPr>
            <a:xfrm>
              <a:off x="0" y="-57150"/>
              <a:ext cx="569480" cy="1817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925" lIns="53925" spcFirstLastPara="1" rIns="53925" wrap="square" tIns="53925">
              <a:noAutofit/>
            </a:bodyPr>
            <a:lstStyle/>
            <a:p>
              <a:pPr indent="0" lvl="0" marL="0" marR="0" rtl="0" algn="ctr">
                <a:lnSpc>
                  <a:spcPct val="2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6" name="Google Shape;376;p20"/>
          <p:cNvSpPr txBox="1"/>
          <p:nvPr/>
        </p:nvSpPr>
        <p:spPr>
          <a:xfrm>
            <a:off x="3160354" y="5667804"/>
            <a:ext cx="2175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E30613"/>
                </a:solidFill>
                <a:latin typeface="Fira Code"/>
                <a:ea typeface="Fira Code"/>
                <a:cs typeface="Fira Code"/>
                <a:sym typeface="Fira Code"/>
              </a:rPr>
              <a:t>&lt;article&gt;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7" name="Google Shape;377;p20"/>
          <p:cNvGrpSpPr/>
          <p:nvPr/>
        </p:nvGrpSpPr>
        <p:grpSpPr>
          <a:xfrm>
            <a:off x="7130684" y="7374894"/>
            <a:ext cx="2295441" cy="732572"/>
            <a:chOff x="9258134" y="6978719"/>
            <a:chExt cx="2295441" cy="732572"/>
          </a:xfrm>
        </p:grpSpPr>
        <p:grpSp>
          <p:nvGrpSpPr>
            <p:cNvPr id="378" name="Google Shape;378;p20"/>
            <p:cNvGrpSpPr/>
            <p:nvPr/>
          </p:nvGrpSpPr>
          <p:grpSpPr>
            <a:xfrm>
              <a:off x="9258134" y="6978719"/>
              <a:ext cx="2295441" cy="732572"/>
              <a:chOff x="0" y="-57150"/>
              <a:chExt cx="569480" cy="181732"/>
            </a:xfrm>
          </p:grpSpPr>
          <p:sp>
            <p:nvSpPr>
              <p:cNvPr id="379" name="Google Shape;379;p20"/>
              <p:cNvSpPr/>
              <p:nvPr/>
            </p:nvSpPr>
            <p:spPr>
              <a:xfrm>
                <a:off x="0" y="0"/>
                <a:ext cx="569480" cy="124582"/>
              </a:xfrm>
              <a:custGeom>
                <a:rect b="b" l="l" r="r" t="t"/>
                <a:pathLst>
                  <a:path extrusionOk="0" h="124582" w="569480">
                    <a:moveTo>
                      <a:pt x="569480" y="16864"/>
                    </a:moveTo>
                    <a:lnTo>
                      <a:pt x="569480" y="107719"/>
                    </a:lnTo>
                    <a:cubicBezTo>
                      <a:pt x="569480" y="117032"/>
                      <a:pt x="561930" y="124582"/>
                      <a:pt x="552616" y="124582"/>
                    </a:cubicBezTo>
                    <a:lnTo>
                      <a:pt x="16864" y="124582"/>
                    </a:lnTo>
                    <a:cubicBezTo>
                      <a:pt x="12391" y="124582"/>
                      <a:pt x="8102" y="122806"/>
                      <a:pt x="4939" y="119643"/>
                    </a:cubicBezTo>
                    <a:cubicBezTo>
                      <a:pt x="1777" y="116481"/>
                      <a:pt x="0" y="112191"/>
                      <a:pt x="0" y="107719"/>
                    </a:cubicBezTo>
                    <a:lnTo>
                      <a:pt x="0" y="16864"/>
                    </a:lnTo>
                    <a:cubicBezTo>
                      <a:pt x="0" y="7550"/>
                      <a:pt x="7550" y="0"/>
                      <a:pt x="16864" y="0"/>
                    </a:cubicBezTo>
                    <a:lnTo>
                      <a:pt x="552616" y="0"/>
                    </a:lnTo>
                    <a:cubicBezTo>
                      <a:pt x="561930" y="0"/>
                      <a:pt x="569480" y="7550"/>
                      <a:pt x="569480" y="16864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20"/>
              <p:cNvSpPr txBox="1"/>
              <p:nvPr/>
            </p:nvSpPr>
            <p:spPr>
              <a:xfrm>
                <a:off x="0" y="-57150"/>
                <a:ext cx="569480" cy="181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3925" lIns="53925" spcFirstLastPara="1" rIns="53925" wrap="square" tIns="53925">
                <a:noAutofit/>
              </a:bodyPr>
              <a:lstStyle/>
              <a:p>
                <a:pPr indent="0" lvl="0" marL="0" marR="0" rtl="0" algn="ctr">
                  <a:lnSpc>
                    <a:spcPct val="23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1" name="Google Shape;381;p20"/>
            <p:cNvSpPr txBox="1"/>
            <p:nvPr/>
          </p:nvSpPr>
          <p:spPr>
            <a:xfrm>
              <a:off x="9318204" y="7213495"/>
              <a:ext cx="21753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1" i="0" lang="en-US" sz="2700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&lt;article&gt;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2" name="Google Shape;382;p20"/>
          <p:cNvGrpSpPr/>
          <p:nvPr/>
        </p:nvGrpSpPr>
        <p:grpSpPr>
          <a:xfrm>
            <a:off x="3100285" y="6701763"/>
            <a:ext cx="2295441" cy="782423"/>
            <a:chOff x="3100285" y="6377463"/>
            <a:chExt cx="2295441" cy="782423"/>
          </a:xfrm>
        </p:grpSpPr>
        <p:grpSp>
          <p:nvGrpSpPr>
            <p:cNvPr id="383" name="Google Shape;383;p20"/>
            <p:cNvGrpSpPr/>
            <p:nvPr/>
          </p:nvGrpSpPr>
          <p:grpSpPr>
            <a:xfrm>
              <a:off x="3100285" y="6377463"/>
              <a:ext cx="2295441" cy="782423"/>
              <a:chOff x="0" y="-57150"/>
              <a:chExt cx="569480" cy="194100"/>
            </a:xfrm>
          </p:grpSpPr>
          <p:sp>
            <p:nvSpPr>
              <p:cNvPr id="384" name="Google Shape;384;p20"/>
              <p:cNvSpPr/>
              <p:nvPr/>
            </p:nvSpPr>
            <p:spPr>
              <a:xfrm>
                <a:off x="0" y="0"/>
                <a:ext cx="569480" cy="136870"/>
              </a:xfrm>
              <a:custGeom>
                <a:rect b="b" l="l" r="r" t="t"/>
                <a:pathLst>
                  <a:path extrusionOk="0" h="136870" w="569480">
                    <a:moveTo>
                      <a:pt x="569480" y="16864"/>
                    </a:moveTo>
                    <a:lnTo>
                      <a:pt x="569480" y="120006"/>
                    </a:lnTo>
                    <a:cubicBezTo>
                      <a:pt x="569480" y="124478"/>
                      <a:pt x="567703" y="128768"/>
                      <a:pt x="564541" y="131930"/>
                    </a:cubicBezTo>
                    <a:cubicBezTo>
                      <a:pt x="561378" y="135093"/>
                      <a:pt x="557089" y="136870"/>
                      <a:pt x="552616" y="136870"/>
                    </a:cubicBezTo>
                    <a:lnTo>
                      <a:pt x="16864" y="136870"/>
                    </a:lnTo>
                    <a:cubicBezTo>
                      <a:pt x="7550" y="136870"/>
                      <a:pt x="0" y="129320"/>
                      <a:pt x="0" y="120006"/>
                    </a:cubicBezTo>
                    <a:lnTo>
                      <a:pt x="0" y="16864"/>
                    </a:lnTo>
                    <a:cubicBezTo>
                      <a:pt x="0" y="7550"/>
                      <a:pt x="7550" y="0"/>
                      <a:pt x="16864" y="0"/>
                    </a:cubicBezTo>
                    <a:lnTo>
                      <a:pt x="552616" y="0"/>
                    </a:lnTo>
                    <a:cubicBezTo>
                      <a:pt x="561930" y="0"/>
                      <a:pt x="569480" y="7550"/>
                      <a:pt x="569480" y="16864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20"/>
              <p:cNvSpPr txBox="1"/>
              <p:nvPr/>
            </p:nvSpPr>
            <p:spPr>
              <a:xfrm>
                <a:off x="0" y="-57150"/>
                <a:ext cx="569400" cy="19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3925" lIns="53925" spcFirstLastPara="1" rIns="53925" wrap="square" tIns="53925">
                <a:noAutofit/>
              </a:bodyPr>
              <a:lstStyle/>
              <a:p>
                <a:pPr indent="0" lvl="0" marL="0" marR="0" rtl="0" algn="ctr">
                  <a:lnSpc>
                    <a:spcPct val="23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6" name="Google Shape;386;p20"/>
            <p:cNvSpPr txBox="1"/>
            <p:nvPr/>
          </p:nvSpPr>
          <p:spPr>
            <a:xfrm>
              <a:off x="3160354" y="6612237"/>
              <a:ext cx="21753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1" i="0" lang="en-US" sz="2700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&lt;section&gt;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7" name="Google Shape;387;p20"/>
          <p:cNvGrpSpPr/>
          <p:nvPr/>
        </p:nvGrpSpPr>
        <p:grpSpPr>
          <a:xfrm>
            <a:off x="3249929" y="8020341"/>
            <a:ext cx="1591964" cy="782100"/>
            <a:chOff x="3160354" y="7414966"/>
            <a:chExt cx="1591964" cy="782100"/>
          </a:xfrm>
        </p:grpSpPr>
        <p:grpSp>
          <p:nvGrpSpPr>
            <p:cNvPr id="388" name="Google Shape;388;p20"/>
            <p:cNvGrpSpPr/>
            <p:nvPr/>
          </p:nvGrpSpPr>
          <p:grpSpPr>
            <a:xfrm>
              <a:off x="3160354" y="7414966"/>
              <a:ext cx="1591964" cy="782100"/>
              <a:chOff x="0" y="-57150"/>
              <a:chExt cx="394953" cy="194020"/>
            </a:xfrm>
          </p:grpSpPr>
          <p:sp>
            <p:nvSpPr>
              <p:cNvPr id="389" name="Google Shape;389;p20"/>
              <p:cNvSpPr/>
              <p:nvPr/>
            </p:nvSpPr>
            <p:spPr>
              <a:xfrm>
                <a:off x="0" y="0"/>
                <a:ext cx="394953" cy="136870"/>
              </a:xfrm>
              <a:custGeom>
                <a:rect b="b" l="l" r="r" t="t"/>
                <a:pathLst>
                  <a:path extrusionOk="0" h="136870" w="394953">
                    <a:moveTo>
                      <a:pt x="394953" y="24316"/>
                    </a:moveTo>
                    <a:lnTo>
                      <a:pt x="394953" y="112554"/>
                    </a:lnTo>
                    <a:cubicBezTo>
                      <a:pt x="394953" y="125983"/>
                      <a:pt x="384067" y="136870"/>
                      <a:pt x="370637" y="136870"/>
                    </a:cubicBezTo>
                    <a:lnTo>
                      <a:pt x="24316" y="136870"/>
                    </a:lnTo>
                    <a:cubicBezTo>
                      <a:pt x="10886" y="136870"/>
                      <a:pt x="0" y="125983"/>
                      <a:pt x="0" y="112554"/>
                    </a:cubicBezTo>
                    <a:lnTo>
                      <a:pt x="0" y="24316"/>
                    </a:lnTo>
                    <a:cubicBezTo>
                      <a:pt x="0" y="10886"/>
                      <a:pt x="10886" y="0"/>
                      <a:pt x="24316" y="0"/>
                    </a:cubicBezTo>
                    <a:lnTo>
                      <a:pt x="370637" y="0"/>
                    </a:lnTo>
                    <a:cubicBezTo>
                      <a:pt x="384067" y="0"/>
                      <a:pt x="394953" y="10886"/>
                      <a:pt x="394953" y="24316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20"/>
              <p:cNvSpPr txBox="1"/>
              <p:nvPr/>
            </p:nvSpPr>
            <p:spPr>
              <a:xfrm>
                <a:off x="0" y="-57150"/>
                <a:ext cx="394953" cy="1940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3925" lIns="53925" spcFirstLastPara="1" rIns="53925" wrap="square" tIns="53925">
                <a:noAutofit/>
              </a:bodyPr>
              <a:lstStyle/>
              <a:p>
                <a:pPr indent="0" lvl="0" marL="0" marR="0" rtl="0" algn="ctr">
                  <a:lnSpc>
                    <a:spcPct val="23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1" name="Google Shape;391;p20"/>
            <p:cNvSpPr txBox="1"/>
            <p:nvPr/>
          </p:nvSpPr>
          <p:spPr>
            <a:xfrm>
              <a:off x="3202014" y="7674505"/>
              <a:ext cx="15087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1" i="0" lang="en-US" sz="2700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&lt;aside&gt;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2" name="Google Shape;392;p20"/>
          <p:cNvSpPr/>
          <p:nvPr/>
        </p:nvSpPr>
        <p:spPr>
          <a:xfrm>
            <a:off x="12649200" y="692475"/>
            <a:ext cx="4871085" cy="2438591"/>
          </a:xfrm>
          <a:custGeom>
            <a:rect b="b" l="l" r="r" t="t"/>
            <a:pathLst>
              <a:path extrusionOk="0" h="3251454" w="6494780">
                <a:moveTo>
                  <a:pt x="0" y="0"/>
                </a:moveTo>
                <a:lnTo>
                  <a:pt x="6494780" y="0"/>
                </a:lnTo>
                <a:lnTo>
                  <a:pt x="6494780" y="3251454"/>
                </a:lnTo>
                <a:lnTo>
                  <a:pt x="0" y="3251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93" name="Google Shape;393;p20"/>
          <p:cNvGrpSpPr/>
          <p:nvPr/>
        </p:nvGrpSpPr>
        <p:grpSpPr>
          <a:xfrm>
            <a:off x="11706141" y="2231391"/>
            <a:ext cx="2295441" cy="782100"/>
            <a:chOff x="0" y="-307164"/>
            <a:chExt cx="3060588" cy="1042800"/>
          </a:xfrm>
        </p:grpSpPr>
        <p:grpSp>
          <p:nvGrpSpPr>
            <p:cNvPr id="394" name="Google Shape;394;p20"/>
            <p:cNvGrpSpPr/>
            <p:nvPr/>
          </p:nvGrpSpPr>
          <p:grpSpPr>
            <a:xfrm>
              <a:off x="0" y="-307164"/>
              <a:ext cx="3060588" cy="1042800"/>
              <a:chOff x="0" y="-57150"/>
              <a:chExt cx="569480" cy="194020"/>
            </a:xfrm>
          </p:grpSpPr>
          <p:sp>
            <p:nvSpPr>
              <p:cNvPr id="395" name="Google Shape;395;p20"/>
              <p:cNvSpPr/>
              <p:nvPr/>
            </p:nvSpPr>
            <p:spPr>
              <a:xfrm>
                <a:off x="0" y="0"/>
                <a:ext cx="569480" cy="136870"/>
              </a:xfrm>
              <a:custGeom>
                <a:rect b="b" l="l" r="r" t="t"/>
                <a:pathLst>
                  <a:path extrusionOk="0" h="136870" w="569480">
                    <a:moveTo>
                      <a:pt x="569480" y="16864"/>
                    </a:moveTo>
                    <a:lnTo>
                      <a:pt x="569480" y="120006"/>
                    </a:lnTo>
                    <a:cubicBezTo>
                      <a:pt x="569480" y="124478"/>
                      <a:pt x="567703" y="128768"/>
                      <a:pt x="564541" y="131930"/>
                    </a:cubicBezTo>
                    <a:cubicBezTo>
                      <a:pt x="561378" y="135093"/>
                      <a:pt x="557089" y="136870"/>
                      <a:pt x="552616" y="136870"/>
                    </a:cubicBezTo>
                    <a:lnTo>
                      <a:pt x="16864" y="136870"/>
                    </a:lnTo>
                    <a:cubicBezTo>
                      <a:pt x="7550" y="136870"/>
                      <a:pt x="0" y="129320"/>
                      <a:pt x="0" y="120006"/>
                    </a:cubicBezTo>
                    <a:lnTo>
                      <a:pt x="0" y="16864"/>
                    </a:lnTo>
                    <a:cubicBezTo>
                      <a:pt x="0" y="7550"/>
                      <a:pt x="7550" y="0"/>
                      <a:pt x="16864" y="0"/>
                    </a:cubicBezTo>
                    <a:lnTo>
                      <a:pt x="552616" y="0"/>
                    </a:lnTo>
                    <a:cubicBezTo>
                      <a:pt x="561930" y="0"/>
                      <a:pt x="569480" y="7550"/>
                      <a:pt x="569480" y="16864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20"/>
              <p:cNvSpPr txBox="1"/>
              <p:nvPr/>
            </p:nvSpPr>
            <p:spPr>
              <a:xfrm>
                <a:off x="0" y="-57150"/>
                <a:ext cx="569480" cy="1940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3925" lIns="53925" spcFirstLastPara="1" rIns="53925" wrap="square" tIns="53925">
                <a:noAutofit/>
              </a:bodyPr>
              <a:lstStyle/>
              <a:p>
                <a:pPr indent="0" lvl="0" marL="0" marR="0" rtl="0" algn="ctr">
                  <a:lnSpc>
                    <a:spcPct val="23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7" name="Google Shape;397;p20"/>
            <p:cNvSpPr txBox="1"/>
            <p:nvPr/>
          </p:nvSpPr>
          <p:spPr>
            <a:xfrm>
              <a:off x="80092" y="-3657"/>
              <a:ext cx="2900403" cy="676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&lt;section&gt;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8" name="Google Shape;398;p20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399" name="Google Shape;399;p20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0"/>
          <p:cNvSpPr txBox="1"/>
          <p:nvPr/>
        </p:nvSpPr>
        <p:spPr>
          <a:xfrm>
            <a:off x="863065" y="1009561"/>
            <a:ext cx="10211082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9"/>
              <a:buFont typeface="Arial"/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Tags semânticas e Layouts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1"/>
          <p:cNvSpPr/>
          <p:nvPr/>
        </p:nvSpPr>
        <p:spPr>
          <a:xfrm>
            <a:off x="1028700" y="2258203"/>
            <a:ext cx="12553925" cy="7108660"/>
          </a:xfrm>
          <a:custGeom>
            <a:rect b="b" l="l" r="r" t="t"/>
            <a:pathLst>
              <a:path extrusionOk="0" h="7108660" w="12553925">
                <a:moveTo>
                  <a:pt x="0" y="0"/>
                </a:moveTo>
                <a:lnTo>
                  <a:pt x="12553925" y="0"/>
                </a:lnTo>
                <a:lnTo>
                  <a:pt x="12553925" y="7108660"/>
                </a:lnTo>
                <a:lnTo>
                  <a:pt x="0" y="71086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6" name="Google Shape;406;p21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407" name="Google Shape;407;p21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1"/>
          <p:cNvSpPr/>
          <p:nvPr/>
        </p:nvSpPr>
        <p:spPr>
          <a:xfrm>
            <a:off x="12649200" y="692475"/>
            <a:ext cx="4871085" cy="2438591"/>
          </a:xfrm>
          <a:custGeom>
            <a:rect b="b" l="l" r="r" t="t"/>
            <a:pathLst>
              <a:path extrusionOk="0" h="3251454" w="6494780">
                <a:moveTo>
                  <a:pt x="0" y="0"/>
                </a:moveTo>
                <a:lnTo>
                  <a:pt x="6494780" y="0"/>
                </a:lnTo>
                <a:lnTo>
                  <a:pt x="6494780" y="3251454"/>
                </a:lnTo>
                <a:lnTo>
                  <a:pt x="0" y="3251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9" name="Google Shape;409;p21"/>
          <p:cNvSpPr txBox="1"/>
          <p:nvPr/>
        </p:nvSpPr>
        <p:spPr>
          <a:xfrm>
            <a:off x="863065" y="1009561"/>
            <a:ext cx="10211082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9"/>
              <a:buFont typeface="Arial"/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Tags semânticas e Layouts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2"/>
          <p:cNvSpPr txBox="1"/>
          <p:nvPr/>
        </p:nvSpPr>
        <p:spPr>
          <a:xfrm>
            <a:off x="1028700" y="3063065"/>
            <a:ext cx="12319777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1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Rodapé 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5" name="Google Shape;415;p22"/>
          <p:cNvGrpSpPr/>
          <p:nvPr/>
        </p:nvGrpSpPr>
        <p:grpSpPr>
          <a:xfrm>
            <a:off x="3658034" y="2875929"/>
            <a:ext cx="2295441" cy="782100"/>
            <a:chOff x="0" y="-307164"/>
            <a:chExt cx="3060588" cy="1042800"/>
          </a:xfrm>
        </p:grpSpPr>
        <p:grpSp>
          <p:nvGrpSpPr>
            <p:cNvPr id="416" name="Google Shape;416;p22"/>
            <p:cNvGrpSpPr/>
            <p:nvPr/>
          </p:nvGrpSpPr>
          <p:grpSpPr>
            <a:xfrm>
              <a:off x="0" y="-307164"/>
              <a:ext cx="3060588" cy="1042800"/>
              <a:chOff x="0" y="-57150"/>
              <a:chExt cx="569480" cy="194020"/>
            </a:xfrm>
          </p:grpSpPr>
          <p:sp>
            <p:nvSpPr>
              <p:cNvPr id="417" name="Google Shape;417;p22"/>
              <p:cNvSpPr/>
              <p:nvPr/>
            </p:nvSpPr>
            <p:spPr>
              <a:xfrm>
                <a:off x="0" y="0"/>
                <a:ext cx="569480" cy="136870"/>
              </a:xfrm>
              <a:custGeom>
                <a:rect b="b" l="l" r="r" t="t"/>
                <a:pathLst>
                  <a:path extrusionOk="0" h="136870" w="569480">
                    <a:moveTo>
                      <a:pt x="569480" y="16864"/>
                    </a:moveTo>
                    <a:lnTo>
                      <a:pt x="569480" y="120006"/>
                    </a:lnTo>
                    <a:cubicBezTo>
                      <a:pt x="569480" y="124478"/>
                      <a:pt x="567703" y="128768"/>
                      <a:pt x="564541" y="131930"/>
                    </a:cubicBezTo>
                    <a:cubicBezTo>
                      <a:pt x="561378" y="135093"/>
                      <a:pt x="557089" y="136870"/>
                      <a:pt x="552616" y="136870"/>
                    </a:cubicBezTo>
                    <a:lnTo>
                      <a:pt x="16864" y="136870"/>
                    </a:lnTo>
                    <a:cubicBezTo>
                      <a:pt x="7550" y="136870"/>
                      <a:pt x="0" y="129320"/>
                      <a:pt x="0" y="120006"/>
                    </a:cubicBezTo>
                    <a:lnTo>
                      <a:pt x="0" y="16864"/>
                    </a:lnTo>
                    <a:cubicBezTo>
                      <a:pt x="0" y="7550"/>
                      <a:pt x="7550" y="0"/>
                      <a:pt x="16864" y="0"/>
                    </a:cubicBezTo>
                    <a:lnTo>
                      <a:pt x="552616" y="0"/>
                    </a:lnTo>
                    <a:cubicBezTo>
                      <a:pt x="561930" y="0"/>
                      <a:pt x="569480" y="7550"/>
                      <a:pt x="569480" y="16864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22"/>
              <p:cNvSpPr txBox="1"/>
              <p:nvPr/>
            </p:nvSpPr>
            <p:spPr>
              <a:xfrm>
                <a:off x="0" y="-57150"/>
                <a:ext cx="569480" cy="1940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3925" lIns="53925" spcFirstLastPara="1" rIns="53925" wrap="square" tIns="53925">
                <a:noAutofit/>
              </a:bodyPr>
              <a:lstStyle/>
              <a:p>
                <a:pPr indent="0" lvl="0" marL="0" marR="0" rtl="0" algn="ctr">
                  <a:lnSpc>
                    <a:spcPct val="2333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9" name="Google Shape;419;p22"/>
            <p:cNvSpPr txBox="1"/>
            <p:nvPr/>
          </p:nvSpPr>
          <p:spPr>
            <a:xfrm>
              <a:off x="80092" y="-3657"/>
              <a:ext cx="2900403" cy="676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&lt;footer&gt;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0" name="Google Shape;420;p22"/>
          <p:cNvSpPr/>
          <p:nvPr/>
        </p:nvSpPr>
        <p:spPr>
          <a:xfrm>
            <a:off x="1722773" y="5335995"/>
            <a:ext cx="10706331" cy="3461826"/>
          </a:xfrm>
          <a:custGeom>
            <a:rect b="b" l="l" r="r" t="t"/>
            <a:pathLst>
              <a:path extrusionOk="0" h="3461826" w="10706331">
                <a:moveTo>
                  <a:pt x="0" y="0"/>
                </a:moveTo>
                <a:lnTo>
                  <a:pt x="10706331" y="0"/>
                </a:lnTo>
                <a:lnTo>
                  <a:pt x="10706331" y="3461826"/>
                </a:lnTo>
                <a:lnTo>
                  <a:pt x="0" y="34618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1" name="Google Shape;421;p22"/>
          <p:cNvSpPr txBox="1"/>
          <p:nvPr/>
        </p:nvSpPr>
        <p:spPr>
          <a:xfrm>
            <a:off x="1028700" y="4020758"/>
            <a:ext cx="12319777" cy="1066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rodapé é o espaço para informações adicionais e metadados. A tag semântica &lt;footer&gt; indica essa função.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423" name="Google Shape;423;p22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2"/>
          <p:cNvSpPr/>
          <p:nvPr/>
        </p:nvSpPr>
        <p:spPr>
          <a:xfrm>
            <a:off x="12649200" y="692475"/>
            <a:ext cx="4871085" cy="2438591"/>
          </a:xfrm>
          <a:custGeom>
            <a:rect b="b" l="l" r="r" t="t"/>
            <a:pathLst>
              <a:path extrusionOk="0" h="3251454" w="6494780">
                <a:moveTo>
                  <a:pt x="0" y="0"/>
                </a:moveTo>
                <a:lnTo>
                  <a:pt x="6494780" y="0"/>
                </a:lnTo>
                <a:lnTo>
                  <a:pt x="6494780" y="3251454"/>
                </a:lnTo>
                <a:lnTo>
                  <a:pt x="0" y="3251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5" name="Google Shape;425;p22"/>
          <p:cNvSpPr txBox="1"/>
          <p:nvPr/>
        </p:nvSpPr>
        <p:spPr>
          <a:xfrm>
            <a:off x="863065" y="1009561"/>
            <a:ext cx="10211082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9"/>
              <a:buFont typeface="Arial"/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Tags semânticas e Layouts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3"/>
          <p:cNvSpPr/>
          <p:nvPr/>
        </p:nvSpPr>
        <p:spPr>
          <a:xfrm>
            <a:off x="12649200" y="692475"/>
            <a:ext cx="4871085" cy="2438591"/>
          </a:xfrm>
          <a:custGeom>
            <a:rect b="b" l="l" r="r" t="t"/>
            <a:pathLst>
              <a:path extrusionOk="0" h="3251454" w="6494780">
                <a:moveTo>
                  <a:pt x="0" y="0"/>
                </a:moveTo>
                <a:lnTo>
                  <a:pt x="6494780" y="0"/>
                </a:lnTo>
                <a:lnTo>
                  <a:pt x="6494780" y="3251454"/>
                </a:lnTo>
                <a:lnTo>
                  <a:pt x="0" y="3251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1" name="Google Shape;431;p23"/>
          <p:cNvSpPr/>
          <p:nvPr/>
        </p:nvSpPr>
        <p:spPr>
          <a:xfrm>
            <a:off x="1028700" y="2867342"/>
            <a:ext cx="14716532" cy="551870"/>
          </a:xfrm>
          <a:custGeom>
            <a:rect b="b" l="l" r="r" t="t"/>
            <a:pathLst>
              <a:path extrusionOk="0" h="551870" w="14716532">
                <a:moveTo>
                  <a:pt x="0" y="0"/>
                </a:moveTo>
                <a:lnTo>
                  <a:pt x="14716532" y="0"/>
                </a:lnTo>
                <a:lnTo>
                  <a:pt x="14716532" y="551870"/>
                </a:lnTo>
                <a:lnTo>
                  <a:pt x="0" y="5518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sq" cmpd="sng" w="38100">
            <a:solidFill>
              <a:srgbClr val="E3061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32" name="Google Shape;432;p23"/>
          <p:cNvSpPr/>
          <p:nvPr/>
        </p:nvSpPr>
        <p:spPr>
          <a:xfrm>
            <a:off x="1028700" y="3664691"/>
            <a:ext cx="14716532" cy="2869724"/>
          </a:xfrm>
          <a:custGeom>
            <a:rect b="b" l="l" r="r" t="t"/>
            <a:pathLst>
              <a:path extrusionOk="0" h="2869724" w="14716532">
                <a:moveTo>
                  <a:pt x="0" y="0"/>
                </a:moveTo>
                <a:lnTo>
                  <a:pt x="14716532" y="0"/>
                </a:lnTo>
                <a:lnTo>
                  <a:pt x="14716532" y="2869724"/>
                </a:lnTo>
                <a:lnTo>
                  <a:pt x="0" y="2869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sq" cmpd="sng" w="38100">
            <a:solidFill>
              <a:srgbClr val="E3061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33" name="Google Shape;433;p23"/>
          <p:cNvSpPr/>
          <p:nvPr/>
        </p:nvSpPr>
        <p:spPr>
          <a:xfrm>
            <a:off x="1028700" y="6779894"/>
            <a:ext cx="14716532" cy="3145659"/>
          </a:xfrm>
          <a:custGeom>
            <a:rect b="b" l="l" r="r" t="t"/>
            <a:pathLst>
              <a:path extrusionOk="0" h="3145659" w="14716532">
                <a:moveTo>
                  <a:pt x="0" y="0"/>
                </a:moveTo>
                <a:lnTo>
                  <a:pt x="14716532" y="0"/>
                </a:lnTo>
                <a:lnTo>
                  <a:pt x="14716532" y="3145659"/>
                </a:lnTo>
                <a:lnTo>
                  <a:pt x="0" y="31456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 cap="sq" cmpd="sng" w="38100">
            <a:solidFill>
              <a:srgbClr val="E3061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34" name="Google Shape;434;p23"/>
          <p:cNvSpPr txBox="1"/>
          <p:nvPr/>
        </p:nvSpPr>
        <p:spPr>
          <a:xfrm>
            <a:off x="1028700" y="2210578"/>
            <a:ext cx="12319777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1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Exemplos de rodapé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3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436" name="Google Shape;436;p23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3"/>
          <p:cNvSpPr txBox="1"/>
          <p:nvPr/>
        </p:nvSpPr>
        <p:spPr>
          <a:xfrm>
            <a:off x="863065" y="1009561"/>
            <a:ext cx="10211082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9"/>
              <a:buFont typeface="Arial"/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Tags semânticas e Layouts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4"/>
          <p:cNvSpPr txBox="1"/>
          <p:nvPr/>
        </p:nvSpPr>
        <p:spPr>
          <a:xfrm>
            <a:off x="1028700" y="2210578"/>
            <a:ext cx="12319777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1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Resumindo. .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4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444" name="Google Shape;444;p24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4"/>
          <p:cNvSpPr/>
          <p:nvPr/>
        </p:nvSpPr>
        <p:spPr>
          <a:xfrm>
            <a:off x="12649200" y="692475"/>
            <a:ext cx="4871085" cy="2438591"/>
          </a:xfrm>
          <a:custGeom>
            <a:rect b="b" l="l" r="r" t="t"/>
            <a:pathLst>
              <a:path extrusionOk="0" h="3251454" w="6494780">
                <a:moveTo>
                  <a:pt x="0" y="0"/>
                </a:moveTo>
                <a:lnTo>
                  <a:pt x="6494780" y="0"/>
                </a:lnTo>
                <a:lnTo>
                  <a:pt x="6494780" y="3251454"/>
                </a:lnTo>
                <a:lnTo>
                  <a:pt x="0" y="3251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6" name="Google Shape;446;p24"/>
          <p:cNvSpPr txBox="1"/>
          <p:nvPr/>
        </p:nvSpPr>
        <p:spPr>
          <a:xfrm>
            <a:off x="863065" y="1009561"/>
            <a:ext cx="10211082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9"/>
              <a:buFont typeface="Arial"/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Tags semânticas e Layouts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7" name="Google Shape;447;p24"/>
          <p:cNvGrpSpPr/>
          <p:nvPr/>
        </p:nvGrpSpPr>
        <p:grpSpPr>
          <a:xfrm>
            <a:off x="4382048" y="2393880"/>
            <a:ext cx="7058632" cy="7157089"/>
            <a:chOff x="0" y="-57150"/>
            <a:chExt cx="1859063" cy="1884995"/>
          </a:xfrm>
        </p:grpSpPr>
        <p:sp>
          <p:nvSpPr>
            <p:cNvPr id="448" name="Google Shape;448;p24"/>
            <p:cNvSpPr/>
            <p:nvPr/>
          </p:nvSpPr>
          <p:spPr>
            <a:xfrm>
              <a:off x="0" y="0"/>
              <a:ext cx="1859063" cy="1827845"/>
            </a:xfrm>
            <a:custGeom>
              <a:rect b="b" l="l" r="r" t="t"/>
              <a:pathLst>
                <a:path extrusionOk="0" h="1827845" w="1859063">
                  <a:moveTo>
                    <a:pt x="0" y="0"/>
                  </a:moveTo>
                  <a:lnTo>
                    <a:pt x="1859063" y="0"/>
                  </a:lnTo>
                  <a:lnTo>
                    <a:pt x="1859063" y="1827845"/>
                  </a:lnTo>
                  <a:lnTo>
                    <a:pt x="0" y="1827845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</p:sp>
        <p:sp>
          <p:nvSpPr>
            <p:cNvPr id="449" name="Google Shape;449;p24"/>
            <p:cNvSpPr txBox="1"/>
            <p:nvPr/>
          </p:nvSpPr>
          <p:spPr>
            <a:xfrm>
              <a:off x="0" y="-57150"/>
              <a:ext cx="1859063" cy="18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7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0" name="Google Shape;450;p24"/>
          <p:cNvGrpSpPr/>
          <p:nvPr/>
        </p:nvGrpSpPr>
        <p:grpSpPr>
          <a:xfrm>
            <a:off x="4504303" y="2903289"/>
            <a:ext cx="6827809" cy="1031442"/>
            <a:chOff x="0" y="-95250"/>
            <a:chExt cx="1798271" cy="271656"/>
          </a:xfrm>
        </p:grpSpPr>
        <p:sp>
          <p:nvSpPr>
            <p:cNvPr id="451" name="Google Shape;451;p24"/>
            <p:cNvSpPr/>
            <p:nvPr/>
          </p:nvSpPr>
          <p:spPr>
            <a:xfrm>
              <a:off x="0" y="0"/>
              <a:ext cx="1798271" cy="176406"/>
            </a:xfrm>
            <a:custGeom>
              <a:rect b="b" l="l" r="r" t="t"/>
              <a:pathLst>
                <a:path extrusionOk="0" h="176406" w="1798271">
                  <a:moveTo>
                    <a:pt x="0" y="0"/>
                  </a:moveTo>
                  <a:lnTo>
                    <a:pt x="1798271" y="0"/>
                  </a:lnTo>
                  <a:lnTo>
                    <a:pt x="1798271" y="176406"/>
                  </a:lnTo>
                  <a:lnTo>
                    <a:pt x="0" y="176406"/>
                  </a:lnTo>
                  <a:close/>
                </a:path>
              </a:pathLst>
            </a:custGeom>
            <a:solidFill>
              <a:srgbClr val="FFBD59"/>
            </a:solidFill>
            <a:ln>
              <a:noFill/>
            </a:ln>
          </p:spPr>
        </p:sp>
        <p:sp>
          <p:nvSpPr>
            <p:cNvPr id="452" name="Google Shape;452;p24"/>
            <p:cNvSpPr txBox="1"/>
            <p:nvPr/>
          </p:nvSpPr>
          <p:spPr>
            <a:xfrm>
              <a:off x="0" y="-95250"/>
              <a:ext cx="1798271" cy="271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2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3" name="Google Shape;453;p24"/>
          <p:cNvGrpSpPr/>
          <p:nvPr/>
        </p:nvGrpSpPr>
        <p:grpSpPr>
          <a:xfrm>
            <a:off x="4504303" y="3687379"/>
            <a:ext cx="6827809" cy="1031442"/>
            <a:chOff x="0" y="-95250"/>
            <a:chExt cx="1798271" cy="271656"/>
          </a:xfrm>
        </p:grpSpPr>
        <p:sp>
          <p:nvSpPr>
            <p:cNvPr id="454" name="Google Shape;454;p24"/>
            <p:cNvSpPr/>
            <p:nvPr/>
          </p:nvSpPr>
          <p:spPr>
            <a:xfrm>
              <a:off x="0" y="0"/>
              <a:ext cx="1798271" cy="176406"/>
            </a:xfrm>
            <a:custGeom>
              <a:rect b="b" l="l" r="r" t="t"/>
              <a:pathLst>
                <a:path extrusionOk="0" h="176406" w="1798271">
                  <a:moveTo>
                    <a:pt x="0" y="0"/>
                  </a:moveTo>
                  <a:lnTo>
                    <a:pt x="1798271" y="0"/>
                  </a:lnTo>
                  <a:lnTo>
                    <a:pt x="1798271" y="176406"/>
                  </a:lnTo>
                  <a:lnTo>
                    <a:pt x="0" y="1764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55" name="Google Shape;455;p24"/>
            <p:cNvSpPr txBox="1"/>
            <p:nvPr/>
          </p:nvSpPr>
          <p:spPr>
            <a:xfrm>
              <a:off x="0" y="-95250"/>
              <a:ext cx="1798271" cy="271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2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6" name="Google Shape;456;p24"/>
          <p:cNvGrpSpPr/>
          <p:nvPr/>
        </p:nvGrpSpPr>
        <p:grpSpPr>
          <a:xfrm>
            <a:off x="4497460" y="4471469"/>
            <a:ext cx="6834652" cy="4125782"/>
            <a:chOff x="0" y="-95250"/>
            <a:chExt cx="1800073" cy="1086626"/>
          </a:xfrm>
        </p:grpSpPr>
        <p:sp>
          <p:nvSpPr>
            <p:cNvPr id="457" name="Google Shape;457;p24"/>
            <p:cNvSpPr/>
            <p:nvPr/>
          </p:nvSpPr>
          <p:spPr>
            <a:xfrm>
              <a:off x="0" y="0"/>
              <a:ext cx="1800073" cy="991376"/>
            </a:xfrm>
            <a:custGeom>
              <a:rect b="b" l="l" r="r" t="t"/>
              <a:pathLst>
                <a:path extrusionOk="0" h="991376" w="1800073">
                  <a:moveTo>
                    <a:pt x="0" y="0"/>
                  </a:moveTo>
                  <a:lnTo>
                    <a:pt x="1800073" y="0"/>
                  </a:lnTo>
                  <a:lnTo>
                    <a:pt x="1800073" y="991376"/>
                  </a:lnTo>
                  <a:lnTo>
                    <a:pt x="0" y="9913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58" name="Google Shape;458;p24"/>
            <p:cNvSpPr txBox="1"/>
            <p:nvPr/>
          </p:nvSpPr>
          <p:spPr>
            <a:xfrm>
              <a:off x="0" y="-95250"/>
              <a:ext cx="1800073" cy="10866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2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9" name="Google Shape;459;p24"/>
          <p:cNvGrpSpPr/>
          <p:nvPr/>
        </p:nvGrpSpPr>
        <p:grpSpPr>
          <a:xfrm>
            <a:off x="4497460" y="8349899"/>
            <a:ext cx="6827809" cy="1031442"/>
            <a:chOff x="0" y="-95250"/>
            <a:chExt cx="1798271" cy="271656"/>
          </a:xfrm>
        </p:grpSpPr>
        <p:sp>
          <p:nvSpPr>
            <p:cNvPr id="460" name="Google Shape;460;p24"/>
            <p:cNvSpPr/>
            <p:nvPr/>
          </p:nvSpPr>
          <p:spPr>
            <a:xfrm>
              <a:off x="0" y="0"/>
              <a:ext cx="1798271" cy="176406"/>
            </a:xfrm>
            <a:custGeom>
              <a:rect b="b" l="l" r="r" t="t"/>
              <a:pathLst>
                <a:path extrusionOk="0" h="176406" w="1798271">
                  <a:moveTo>
                    <a:pt x="0" y="0"/>
                  </a:moveTo>
                  <a:lnTo>
                    <a:pt x="1798271" y="0"/>
                  </a:lnTo>
                  <a:lnTo>
                    <a:pt x="1798271" y="176406"/>
                  </a:lnTo>
                  <a:lnTo>
                    <a:pt x="0" y="1764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61" name="Google Shape;461;p24"/>
            <p:cNvSpPr txBox="1"/>
            <p:nvPr/>
          </p:nvSpPr>
          <p:spPr>
            <a:xfrm>
              <a:off x="0" y="-95250"/>
              <a:ext cx="1798271" cy="271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2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2" name="Google Shape;462;p24"/>
          <p:cNvSpPr txBox="1"/>
          <p:nvPr/>
        </p:nvSpPr>
        <p:spPr>
          <a:xfrm>
            <a:off x="4612871" y="3277480"/>
            <a:ext cx="6605359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&lt;header&gt;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4"/>
          <p:cNvSpPr txBox="1"/>
          <p:nvPr/>
        </p:nvSpPr>
        <p:spPr>
          <a:xfrm>
            <a:off x="4612871" y="4064826"/>
            <a:ext cx="6605359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&lt;nav&gt;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4"/>
          <p:cNvSpPr txBox="1"/>
          <p:nvPr/>
        </p:nvSpPr>
        <p:spPr>
          <a:xfrm>
            <a:off x="4615528" y="4902046"/>
            <a:ext cx="6605359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&lt;main&gt;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4"/>
          <p:cNvSpPr txBox="1"/>
          <p:nvPr/>
        </p:nvSpPr>
        <p:spPr>
          <a:xfrm>
            <a:off x="4615528" y="8730601"/>
            <a:ext cx="6605359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&lt;footer&gt;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4"/>
          <p:cNvSpPr txBox="1"/>
          <p:nvPr/>
        </p:nvSpPr>
        <p:spPr>
          <a:xfrm>
            <a:off x="4497460" y="2712465"/>
            <a:ext cx="2513305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7" name="Google Shape;467;p24"/>
          <p:cNvGrpSpPr/>
          <p:nvPr/>
        </p:nvGrpSpPr>
        <p:grpSpPr>
          <a:xfrm>
            <a:off x="4615528" y="5083345"/>
            <a:ext cx="4668298" cy="3288368"/>
            <a:chOff x="0" y="-95250"/>
            <a:chExt cx="1229511" cy="866072"/>
          </a:xfrm>
        </p:grpSpPr>
        <p:sp>
          <p:nvSpPr>
            <p:cNvPr id="468" name="Google Shape;468;p24"/>
            <p:cNvSpPr/>
            <p:nvPr/>
          </p:nvSpPr>
          <p:spPr>
            <a:xfrm>
              <a:off x="0" y="0"/>
              <a:ext cx="1229511" cy="770822"/>
            </a:xfrm>
            <a:custGeom>
              <a:rect b="b" l="l" r="r" t="t"/>
              <a:pathLst>
                <a:path extrusionOk="0" h="770822" w="1229511">
                  <a:moveTo>
                    <a:pt x="0" y="0"/>
                  </a:moveTo>
                  <a:lnTo>
                    <a:pt x="1229511" y="0"/>
                  </a:lnTo>
                  <a:lnTo>
                    <a:pt x="1229511" y="770822"/>
                  </a:lnTo>
                  <a:lnTo>
                    <a:pt x="0" y="770822"/>
                  </a:lnTo>
                  <a:close/>
                </a:path>
              </a:pathLst>
            </a:custGeom>
            <a:solidFill>
              <a:srgbClr val="FFBD59"/>
            </a:solidFill>
            <a:ln>
              <a:noFill/>
            </a:ln>
          </p:spPr>
        </p:sp>
        <p:sp>
          <p:nvSpPr>
            <p:cNvPr id="469" name="Google Shape;469;p24"/>
            <p:cNvSpPr txBox="1"/>
            <p:nvPr/>
          </p:nvSpPr>
          <p:spPr>
            <a:xfrm>
              <a:off x="0" y="-95250"/>
              <a:ext cx="1229511" cy="866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2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0" name="Google Shape;470;p24"/>
          <p:cNvSpPr txBox="1"/>
          <p:nvPr/>
        </p:nvSpPr>
        <p:spPr>
          <a:xfrm>
            <a:off x="4835321" y="5554845"/>
            <a:ext cx="2509311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&lt;article&gt;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1" name="Google Shape;471;p24"/>
          <p:cNvGrpSpPr/>
          <p:nvPr/>
        </p:nvGrpSpPr>
        <p:grpSpPr>
          <a:xfrm>
            <a:off x="4743040" y="5736143"/>
            <a:ext cx="3893043" cy="1172211"/>
            <a:chOff x="0" y="-95250"/>
            <a:chExt cx="1025328" cy="308730"/>
          </a:xfrm>
        </p:grpSpPr>
        <p:sp>
          <p:nvSpPr>
            <p:cNvPr id="472" name="Google Shape;472;p24"/>
            <p:cNvSpPr/>
            <p:nvPr/>
          </p:nvSpPr>
          <p:spPr>
            <a:xfrm>
              <a:off x="0" y="0"/>
              <a:ext cx="1025328" cy="213480"/>
            </a:xfrm>
            <a:custGeom>
              <a:rect b="b" l="l" r="r" t="t"/>
              <a:pathLst>
                <a:path extrusionOk="0" h="213480" w="1025328">
                  <a:moveTo>
                    <a:pt x="0" y="0"/>
                  </a:moveTo>
                  <a:lnTo>
                    <a:pt x="1025328" y="0"/>
                  </a:lnTo>
                  <a:lnTo>
                    <a:pt x="1025328" y="213480"/>
                  </a:lnTo>
                  <a:lnTo>
                    <a:pt x="0" y="213480"/>
                  </a:lnTo>
                  <a:close/>
                </a:path>
              </a:pathLst>
            </a:custGeom>
            <a:solidFill>
              <a:srgbClr val="78D4FB"/>
            </a:solidFill>
            <a:ln>
              <a:noFill/>
            </a:ln>
          </p:spPr>
        </p:sp>
        <p:sp>
          <p:nvSpPr>
            <p:cNvPr id="473" name="Google Shape;473;p24"/>
            <p:cNvSpPr txBox="1"/>
            <p:nvPr/>
          </p:nvSpPr>
          <p:spPr>
            <a:xfrm>
              <a:off x="0" y="-95250"/>
              <a:ext cx="1025328" cy="308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2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4" name="Google Shape;474;p24"/>
          <p:cNvSpPr txBox="1"/>
          <p:nvPr/>
        </p:nvSpPr>
        <p:spPr>
          <a:xfrm>
            <a:off x="4835321" y="6172235"/>
            <a:ext cx="2509311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&lt;section&gt;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5" name="Google Shape;475;p24"/>
          <p:cNvGrpSpPr/>
          <p:nvPr/>
        </p:nvGrpSpPr>
        <p:grpSpPr>
          <a:xfrm>
            <a:off x="4743040" y="6718151"/>
            <a:ext cx="3893043" cy="1172211"/>
            <a:chOff x="0" y="-95250"/>
            <a:chExt cx="1025328" cy="308730"/>
          </a:xfrm>
        </p:grpSpPr>
        <p:sp>
          <p:nvSpPr>
            <p:cNvPr id="476" name="Google Shape;476;p24"/>
            <p:cNvSpPr/>
            <p:nvPr/>
          </p:nvSpPr>
          <p:spPr>
            <a:xfrm>
              <a:off x="0" y="0"/>
              <a:ext cx="1025328" cy="213480"/>
            </a:xfrm>
            <a:custGeom>
              <a:rect b="b" l="l" r="r" t="t"/>
              <a:pathLst>
                <a:path extrusionOk="0" h="213480" w="1025328">
                  <a:moveTo>
                    <a:pt x="0" y="0"/>
                  </a:moveTo>
                  <a:lnTo>
                    <a:pt x="1025328" y="0"/>
                  </a:lnTo>
                  <a:lnTo>
                    <a:pt x="1025328" y="213480"/>
                  </a:lnTo>
                  <a:lnTo>
                    <a:pt x="0" y="213480"/>
                  </a:lnTo>
                  <a:close/>
                </a:path>
              </a:pathLst>
            </a:custGeom>
            <a:solidFill>
              <a:srgbClr val="78D4FB"/>
            </a:solidFill>
            <a:ln>
              <a:noFill/>
            </a:ln>
          </p:spPr>
        </p:sp>
        <p:sp>
          <p:nvSpPr>
            <p:cNvPr id="477" name="Google Shape;477;p24"/>
            <p:cNvSpPr txBox="1"/>
            <p:nvPr/>
          </p:nvSpPr>
          <p:spPr>
            <a:xfrm>
              <a:off x="0" y="-95250"/>
              <a:ext cx="1025328" cy="308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2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8" name="Google Shape;478;p24"/>
          <p:cNvSpPr txBox="1"/>
          <p:nvPr/>
        </p:nvSpPr>
        <p:spPr>
          <a:xfrm>
            <a:off x="4835321" y="7154244"/>
            <a:ext cx="2509311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&lt;section&gt;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9" name="Google Shape;479;p24"/>
          <p:cNvGrpSpPr/>
          <p:nvPr/>
        </p:nvGrpSpPr>
        <p:grpSpPr>
          <a:xfrm>
            <a:off x="9512967" y="5092870"/>
            <a:ext cx="1695403" cy="3288368"/>
            <a:chOff x="0" y="-95250"/>
            <a:chExt cx="446526" cy="866072"/>
          </a:xfrm>
        </p:grpSpPr>
        <p:sp>
          <p:nvSpPr>
            <p:cNvPr id="480" name="Google Shape;480;p24"/>
            <p:cNvSpPr/>
            <p:nvPr/>
          </p:nvSpPr>
          <p:spPr>
            <a:xfrm>
              <a:off x="0" y="0"/>
              <a:ext cx="446526" cy="770822"/>
            </a:xfrm>
            <a:custGeom>
              <a:rect b="b" l="l" r="r" t="t"/>
              <a:pathLst>
                <a:path extrusionOk="0" h="770822" w="446526">
                  <a:moveTo>
                    <a:pt x="0" y="0"/>
                  </a:moveTo>
                  <a:lnTo>
                    <a:pt x="446526" y="0"/>
                  </a:lnTo>
                  <a:lnTo>
                    <a:pt x="446526" y="770822"/>
                  </a:lnTo>
                  <a:lnTo>
                    <a:pt x="0" y="770822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481" name="Google Shape;481;p24"/>
            <p:cNvSpPr txBox="1"/>
            <p:nvPr/>
          </p:nvSpPr>
          <p:spPr>
            <a:xfrm>
              <a:off x="0" y="-95250"/>
              <a:ext cx="446526" cy="866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2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2" name="Google Shape;482;p24"/>
          <p:cNvSpPr txBox="1"/>
          <p:nvPr/>
        </p:nvSpPr>
        <p:spPr>
          <a:xfrm>
            <a:off x="9626030" y="5554845"/>
            <a:ext cx="2509311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&lt;aside&gt;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5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488" name="Google Shape;488;p25"/>
          <p:cNvSpPr txBox="1"/>
          <p:nvPr/>
        </p:nvSpPr>
        <p:spPr>
          <a:xfrm>
            <a:off x="35052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Codificando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5"/>
          <p:cNvSpPr/>
          <p:nvPr/>
        </p:nvSpPr>
        <p:spPr>
          <a:xfrm>
            <a:off x="2743200" y="2476500"/>
            <a:ext cx="10076497" cy="5990463"/>
          </a:xfrm>
          <a:custGeom>
            <a:rect b="b" l="l" r="r" t="t"/>
            <a:pathLst>
              <a:path extrusionOk="0" h="7987284" w="13435330">
                <a:moveTo>
                  <a:pt x="0" y="0"/>
                </a:moveTo>
                <a:lnTo>
                  <a:pt x="13435330" y="0"/>
                </a:lnTo>
                <a:lnTo>
                  <a:pt x="13435330" y="7987284"/>
                </a:lnTo>
                <a:lnTo>
                  <a:pt x="0" y="79872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0" name="Google Shape;490;p25"/>
          <p:cNvSpPr txBox="1"/>
          <p:nvPr/>
        </p:nvSpPr>
        <p:spPr>
          <a:xfrm>
            <a:off x="2743200" y="8409819"/>
            <a:ext cx="10571463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Acessando o ambiente de desenvolvimento virtual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6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496" name="Google Shape;496;p26"/>
          <p:cNvSpPr txBox="1"/>
          <p:nvPr/>
        </p:nvSpPr>
        <p:spPr>
          <a:xfrm>
            <a:off x="32766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Nosso 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6"/>
          <p:cNvSpPr/>
          <p:nvPr/>
        </p:nvSpPr>
        <p:spPr>
          <a:xfrm>
            <a:off x="5410200" y="4118768"/>
            <a:ext cx="8745950" cy="5820060"/>
          </a:xfrm>
          <a:custGeom>
            <a:rect b="b" l="l" r="r" t="t"/>
            <a:pathLst>
              <a:path extrusionOk="0" h="7760081" w="11661267">
                <a:moveTo>
                  <a:pt x="0" y="0"/>
                </a:moveTo>
                <a:lnTo>
                  <a:pt x="11661267" y="0"/>
                </a:lnTo>
                <a:lnTo>
                  <a:pt x="11661267" y="7760081"/>
                </a:lnTo>
                <a:lnTo>
                  <a:pt x="0" y="77600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8" name="Google Shape;498;p26"/>
          <p:cNvSpPr txBox="1"/>
          <p:nvPr/>
        </p:nvSpPr>
        <p:spPr>
          <a:xfrm>
            <a:off x="6482235" y="2922270"/>
            <a:ext cx="6576031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 minutos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7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504" name="Google Shape;504;p27"/>
          <p:cNvSpPr txBox="1"/>
          <p:nvPr/>
        </p:nvSpPr>
        <p:spPr>
          <a:xfrm>
            <a:off x="35052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Codificando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7"/>
          <p:cNvSpPr txBox="1"/>
          <p:nvPr/>
        </p:nvSpPr>
        <p:spPr>
          <a:xfrm>
            <a:off x="4951629" y="5168311"/>
            <a:ext cx="6576031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Firebase Studio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7"/>
          <p:cNvSpPr/>
          <p:nvPr/>
        </p:nvSpPr>
        <p:spPr>
          <a:xfrm>
            <a:off x="13106400" y="356572"/>
            <a:ext cx="4017836" cy="2257520"/>
          </a:xfrm>
          <a:custGeom>
            <a:rect b="b" l="l" r="r" t="t"/>
            <a:pathLst>
              <a:path extrusionOk="0" h="3010027" w="5357114">
                <a:moveTo>
                  <a:pt x="0" y="0"/>
                </a:moveTo>
                <a:lnTo>
                  <a:pt x="5357114" y="0"/>
                </a:lnTo>
                <a:lnTo>
                  <a:pt x="5357114" y="3010027"/>
                </a:lnTo>
                <a:lnTo>
                  <a:pt x="0" y="30100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8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512" name="Google Shape;512;p28"/>
          <p:cNvSpPr/>
          <p:nvPr/>
        </p:nvSpPr>
        <p:spPr>
          <a:xfrm>
            <a:off x="13106400" y="356572"/>
            <a:ext cx="4017836" cy="2257520"/>
          </a:xfrm>
          <a:custGeom>
            <a:rect b="b" l="l" r="r" t="t"/>
            <a:pathLst>
              <a:path extrusionOk="0" h="3010027" w="5357114">
                <a:moveTo>
                  <a:pt x="0" y="0"/>
                </a:moveTo>
                <a:lnTo>
                  <a:pt x="5357114" y="0"/>
                </a:lnTo>
                <a:lnTo>
                  <a:pt x="5357114" y="3010027"/>
                </a:lnTo>
                <a:lnTo>
                  <a:pt x="0" y="30100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3" name="Google Shape;513;p28"/>
          <p:cNvSpPr/>
          <p:nvPr/>
        </p:nvSpPr>
        <p:spPr>
          <a:xfrm>
            <a:off x="807037" y="2614083"/>
            <a:ext cx="16317195" cy="6934808"/>
          </a:xfrm>
          <a:custGeom>
            <a:rect b="b" l="l" r="r" t="t"/>
            <a:pathLst>
              <a:path extrusionOk="0" h="6934808" w="16317195">
                <a:moveTo>
                  <a:pt x="0" y="0"/>
                </a:moveTo>
                <a:lnTo>
                  <a:pt x="16317195" y="0"/>
                </a:lnTo>
                <a:lnTo>
                  <a:pt x="16317195" y="6934808"/>
                </a:lnTo>
                <a:lnTo>
                  <a:pt x="0" y="69348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4" name="Google Shape;514;p28"/>
          <p:cNvSpPr txBox="1"/>
          <p:nvPr/>
        </p:nvSpPr>
        <p:spPr>
          <a:xfrm>
            <a:off x="35052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Codificando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8"/>
          <p:cNvSpPr txBox="1"/>
          <p:nvPr/>
        </p:nvSpPr>
        <p:spPr>
          <a:xfrm>
            <a:off x="1786759" y="1854465"/>
            <a:ext cx="6576031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Atividade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9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521" name="Google Shape;521;p29"/>
          <p:cNvSpPr/>
          <p:nvPr/>
        </p:nvSpPr>
        <p:spPr>
          <a:xfrm>
            <a:off x="13106400" y="356572"/>
            <a:ext cx="4017836" cy="2257520"/>
          </a:xfrm>
          <a:custGeom>
            <a:rect b="b" l="l" r="r" t="t"/>
            <a:pathLst>
              <a:path extrusionOk="0" h="3010027" w="5357114">
                <a:moveTo>
                  <a:pt x="0" y="0"/>
                </a:moveTo>
                <a:lnTo>
                  <a:pt x="5357114" y="0"/>
                </a:lnTo>
                <a:lnTo>
                  <a:pt x="5357114" y="3010027"/>
                </a:lnTo>
                <a:lnTo>
                  <a:pt x="0" y="30100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2" name="Google Shape;522;p29"/>
          <p:cNvSpPr/>
          <p:nvPr/>
        </p:nvSpPr>
        <p:spPr>
          <a:xfrm>
            <a:off x="7756945" y="2466447"/>
            <a:ext cx="10165216" cy="7433314"/>
          </a:xfrm>
          <a:custGeom>
            <a:rect b="b" l="l" r="r" t="t"/>
            <a:pathLst>
              <a:path extrusionOk="0" h="7433314" w="10165216">
                <a:moveTo>
                  <a:pt x="0" y="0"/>
                </a:moveTo>
                <a:lnTo>
                  <a:pt x="10165217" y="0"/>
                </a:lnTo>
                <a:lnTo>
                  <a:pt x="10165217" y="7433315"/>
                </a:lnTo>
                <a:lnTo>
                  <a:pt x="0" y="74333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3" name="Google Shape;523;p29"/>
          <p:cNvSpPr/>
          <p:nvPr/>
        </p:nvSpPr>
        <p:spPr>
          <a:xfrm>
            <a:off x="699261" y="2466447"/>
            <a:ext cx="6887709" cy="1037306"/>
          </a:xfrm>
          <a:custGeom>
            <a:rect b="b" l="l" r="r" t="t"/>
            <a:pathLst>
              <a:path extrusionOk="0" h="1037306" w="6887709">
                <a:moveTo>
                  <a:pt x="0" y="0"/>
                </a:moveTo>
                <a:lnTo>
                  <a:pt x="6887709" y="0"/>
                </a:lnTo>
                <a:lnTo>
                  <a:pt x="6887709" y="1037306"/>
                </a:lnTo>
                <a:lnTo>
                  <a:pt x="0" y="1037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4" name="Google Shape;524;p29"/>
          <p:cNvSpPr txBox="1"/>
          <p:nvPr/>
        </p:nvSpPr>
        <p:spPr>
          <a:xfrm>
            <a:off x="35052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Codificando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9"/>
          <p:cNvSpPr txBox="1"/>
          <p:nvPr/>
        </p:nvSpPr>
        <p:spPr>
          <a:xfrm>
            <a:off x="1786759" y="1854465"/>
            <a:ext cx="6576031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Atividade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0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531" name="Google Shape;531;p30"/>
          <p:cNvSpPr/>
          <p:nvPr/>
        </p:nvSpPr>
        <p:spPr>
          <a:xfrm>
            <a:off x="13106400" y="356572"/>
            <a:ext cx="4017836" cy="2257520"/>
          </a:xfrm>
          <a:custGeom>
            <a:rect b="b" l="l" r="r" t="t"/>
            <a:pathLst>
              <a:path extrusionOk="0" h="3010027" w="5357114">
                <a:moveTo>
                  <a:pt x="0" y="0"/>
                </a:moveTo>
                <a:lnTo>
                  <a:pt x="5357114" y="0"/>
                </a:lnTo>
                <a:lnTo>
                  <a:pt x="5357114" y="3010027"/>
                </a:lnTo>
                <a:lnTo>
                  <a:pt x="0" y="30100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2" name="Google Shape;532;p30"/>
          <p:cNvSpPr/>
          <p:nvPr/>
        </p:nvSpPr>
        <p:spPr>
          <a:xfrm>
            <a:off x="1656041" y="2614109"/>
            <a:ext cx="9714609" cy="7027590"/>
          </a:xfrm>
          <a:custGeom>
            <a:rect b="b" l="l" r="r" t="t"/>
            <a:pathLst>
              <a:path extrusionOk="0" h="7027590" w="9714609">
                <a:moveTo>
                  <a:pt x="0" y="0"/>
                </a:moveTo>
                <a:lnTo>
                  <a:pt x="9714609" y="0"/>
                </a:lnTo>
                <a:lnTo>
                  <a:pt x="9714609" y="7027590"/>
                </a:lnTo>
                <a:lnTo>
                  <a:pt x="0" y="70275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3" name="Google Shape;533;p30"/>
          <p:cNvSpPr txBox="1"/>
          <p:nvPr/>
        </p:nvSpPr>
        <p:spPr>
          <a:xfrm>
            <a:off x="35052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Codificando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30"/>
          <p:cNvSpPr txBox="1"/>
          <p:nvPr/>
        </p:nvSpPr>
        <p:spPr>
          <a:xfrm>
            <a:off x="1786759" y="1854465"/>
            <a:ext cx="6576031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Atividade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1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540" name="Google Shape;540;p31"/>
          <p:cNvSpPr txBox="1"/>
          <p:nvPr/>
        </p:nvSpPr>
        <p:spPr>
          <a:xfrm>
            <a:off x="2480450" y="413599"/>
            <a:ext cx="6280430" cy="1344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Realizando a Prática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31"/>
          <p:cNvSpPr/>
          <p:nvPr/>
        </p:nvSpPr>
        <p:spPr>
          <a:xfrm>
            <a:off x="4394537" y="1919926"/>
            <a:ext cx="8124349" cy="5750909"/>
          </a:xfrm>
          <a:custGeom>
            <a:rect b="b" l="l" r="r" t="t"/>
            <a:pathLst>
              <a:path extrusionOk="0" h="7667879" w="10832465">
                <a:moveTo>
                  <a:pt x="0" y="0"/>
                </a:moveTo>
                <a:lnTo>
                  <a:pt x="10832465" y="0"/>
                </a:lnTo>
                <a:lnTo>
                  <a:pt x="10832465" y="7667879"/>
                </a:lnTo>
                <a:lnTo>
                  <a:pt x="0" y="76678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2" name="Google Shape;542;p31"/>
          <p:cNvSpPr txBox="1"/>
          <p:nvPr/>
        </p:nvSpPr>
        <p:spPr>
          <a:xfrm>
            <a:off x="2880974" y="8027115"/>
            <a:ext cx="10571463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Alunos acessando o ambiente de desenvolvimento virtual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2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548" name="Google Shape;548;p32"/>
          <p:cNvSpPr txBox="1"/>
          <p:nvPr/>
        </p:nvSpPr>
        <p:spPr>
          <a:xfrm>
            <a:off x="2480450" y="413599"/>
            <a:ext cx="6280430" cy="1344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Realizando a Prática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32"/>
          <p:cNvSpPr/>
          <p:nvPr/>
        </p:nvSpPr>
        <p:spPr>
          <a:xfrm>
            <a:off x="13118447" y="356449"/>
            <a:ext cx="2689098" cy="1903476"/>
          </a:xfrm>
          <a:custGeom>
            <a:rect b="b" l="l" r="r" t="t"/>
            <a:pathLst>
              <a:path extrusionOk="0" h="2537968" w="3585464">
                <a:moveTo>
                  <a:pt x="0" y="0"/>
                </a:moveTo>
                <a:lnTo>
                  <a:pt x="3585464" y="0"/>
                </a:lnTo>
                <a:lnTo>
                  <a:pt x="3585464" y="2537968"/>
                </a:lnTo>
                <a:lnTo>
                  <a:pt x="0" y="25379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0" name="Google Shape;550;p32"/>
          <p:cNvSpPr txBox="1"/>
          <p:nvPr/>
        </p:nvSpPr>
        <p:spPr>
          <a:xfrm>
            <a:off x="1028700" y="3638550"/>
            <a:ext cx="15994357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Atividade 1: </a:t>
            </a: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Crie a Estrutura Básica do 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Atividade 2: </a:t>
            </a: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Adicione Títulos e Conteúdo (Texto)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Atividade 3: </a:t>
            </a: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Insira Listas Organizadas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Atividade 4:</a:t>
            </a: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Valide e Documente Seu Projeto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3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556" name="Google Shape;556;p33"/>
          <p:cNvSpPr txBox="1"/>
          <p:nvPr/>
        </p:nvSpPr>
        <p:spPr>
          <a:xfrm>
            <a:off x="3276600" y="516249"/>
            <a:ext cx="5237959" cy="1344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Tema Transversal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3"/>
          <p:cNvSpPr/>
          <p:nvPr/>
        </p:nvSpPr>
        <p:spPr>
          <a:xfrm>
            <a:off x="914400" y="2019300"/>
            <a:ext cx="3352800" cy="3352800"/>
          </a:xfrm>
          <a:custGeom>
            <a:rect b="b" l="l" r="r" t="t"/>
            <a:pathLst>
              <a:path extrusionOk="0" h="4470400" w="4470400">
                <a:moveTo>
                  <a:pt x="0" y="0"/>
                </a:moveTo>
                <a:lnTo>
                  <a:pt x="4470400" y="0"/>
                </a:lnTo>
                <a:lnTo>
                  <a:pt x="4470400" y="4470400"/>
                </a:lnTo>
                <a:lnTo>
                  <a:pt x="0" y="4470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8" name="Google Shape;558;p33"/>
          <p:cNvSpPr txBox="1"/>
          <p:nvPr/>
        </p:nvSpPr>
        <p:spPr>
          <a:xfrm>
            <a:off x="1005840" y="5800971"/>
            <a:ext cx="14142720" cy="538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Fábio Correa Xavier é CIO do Tribunal de Contas do Estado de São Paulo (TCESP), liderando a transformação digital com foco em inteligência artificial, proteção de dados e modernização institucional. Mestre pela USP, possui MBA pelo IBMEC e especialização no Japão pela JICA. É autor de obras de referência sobre tecnologia e LGPD no setor público, incluindo o premiado "CIO 5.0". Reconhecido nacionalmente, foi eleito Executivo de TI do Ano e Top 10 em IA. Atua como professor, conselheiro e colunista em veículos como o MIT Technology Review Brasil.Lattes: http://lattes.cnpq.br/3394819461303851LinkedIn: https://www.linkedin.com/in/fabiocorreaxavier/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3"/>
          <p:cNvSpPr/>
          <p:nvPr/>
        </p:nvSpPr>
        <p:spPr>
          <a:xfrm>
            <a:off x="14401800" y="459099"/>
            <a:ext cx="2619375" cy="1743075"/>
          </a:xfrm>
          <a:custGeom>
            <a:rect b="b" l="l" r="r" t="t"/>
            <a:pathLst>
              <a:path extrusionOk="0" h="2324100" w="3492500">
                <a:moveTo>
                  <a:pt x="0" y="0"/>
                </a:moveTo>
                <a:lnTo>
                  <a:pt x="3492500" y="0"/>
                </a:lnTo>
                <a:lnTo>
                  <a:pt x="3492500" y="2324100"/>
                </a:ln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4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565" name="Google Shape;565;p34"/>
          <p:cNvSpPr txBox="1"/>
          <p:nvPr/>
        </p:nvSpPr>
        <p:spPr>
          <a:xfrm>
            <a:off x="3276600" y="516249"/>
            <a:ext cx="5237959" cy="1344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Tema Transversal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4"/>
          <p:cNvSpPr txBox="1"/>
          <p:nvPr/>
        </p:nvSpPr>
        <p:spPr>
          <a:xfrm>
            <a:off x="3436620" y="6296091"/>
            <a:ext cx="14142720" cy="39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Certificação Profissional:  Redes de computadores: conectando o futuro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 um mundo cada vez mais conectado, dominar redes vai além do cabeamento. Neste vídeo, explico por que certificações como Cisco CCNA e CompTIA Network+ são diferenciais no currículo, abrindo portas em infraestrutura, cloud e cibersegurança. É o primeiro passo para quem quer entender como a internet realmente funciona.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4"/>
          <p:cNvSpPr/>
          <p:nvPr/>
        </p:nvSpPr>
        <p:spPr>
          <a:xfrm>
            <a:off x="7620000" y="2458660"/>
            <a:ext cx="5237988" cy="3517488"/>
          </a:xfrm>
          <a:custGeom>
            <a:rect b="b" l="l" r="r" t="t"/>
            <a:pathLst>
              <a:path extrusionOk="0" h="4689983" w="6983984">
                <a:moveTo>
                  <a:pt x="0" y="0"/>
                </a:moveTo>
                <a:lnTo>
                  <a:pt x="6983984" y="0"/>
                </a:lnTo>
                <a:lnTo>
                  <a:pt x="6983984" y="4689983"/>
                </a:lnTo>
                <a:lnTo>
                  <a:pt x="0" y="4689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8" name="Google Shape;568;p34"/>
          <p:cNvSpPr/>
          <p:nvPr/>
        </p:nvSpPr>
        <p:spPr>
          <a:xfrm>
            <a:off x="15205871" y="427732"/>
            <a:ext cx="2619375" cy="1743075"/>
          </a:xfrm>
          <a:custGeom>
            <a:rect b="b" l="l" r="r" t="t"/>
            <a:pathLst>
              <a:path extrusionOk="0" h="2324100" w="3492500">
                <a:moveTo>
                  <a:pt x="0" y="0"/>
                </a:moveTo>
                <a:lnTo>
                  <a:pt x="3492500" y="0"/>
                </a:lnTo>
                <a:lnTo>
                  <a:pt x="3492500" y="2324100"/>
                </a:ln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5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574" name="Google Shape;574;p35"/>
          <p:cNvSpPr txBox="1"/>
          <p:nvPr/>
        </p:nvSpPr>
        <p:spPr>
          <a:xfrm>
            <a:off x="3276600" y="516249"/>
            <a:ext cx="5237959" cy="1344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Tema Transversal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5"/>
          <p:cNvSpPr txBox="1"/>
          <p:nvPr/>
        </p:nvSpPr>
        <p:spPr>
          <a:xfrm>
            <a:off x="1844040" y="7041605"/>
            <a:ext cx="15438120" cy="271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Questão Geradora: Porque as Certificações Profissionais são elementos importantes no currículo de um Profissional em Tecnologia da Informação?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5"/>
          <p:cNvSpPr/>
          <p:nvPr/>
        </p:nvSpPr>
        <p:spPr>
          <a:xfrm>
            <a:off x="7620000" y="2458660"/>
            <a:ext cx="5237988" cy="3517488"/>
          </a:xfrm>
          <a:custGeom>
            <a:rect b="b" l="l" r="r" t="t"/>
            <a:pathLst>
              <a:path extrusionOk="0" h="4689983" w="6983984">
                <a:moveTo>
                  <a:pt x="0" y="0"/>
                </a:moveTo>
                <a:lnTo>
                  <a:pt x="6983984" y="0"/>
                </a:lnTo>
                <a:lnTo>
                  <a:pt x="6983984" y="4689983"/>
                </a:lnTo>
                <a:lnTo>
                  <a:pt x="0" y="4689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7" name="Google Shape;577;p35"/>
          <p:cNvSpPr/>
          <p:nvPr/>
        </p:nvSpPr>
        <p:spPr>
          <a:xfrm>
            <a:off x="15205871" y="427732"/>
            <a:ext cx="2619375" cy="1743075"/>
          </a:xfrm>
          <a:custGeom>
            <a:rect b="b" l="l" r="r" t="t"/>
            <a:pathLst>
              <a:path extrusionOk="0" h="2324100" w="3492500">
                <a:moveTo>
                  <a:pt x="0" y="0"/>
                </a:moveTo>
                <a:lnTo>
                  <a:pt x="3492500" y="0"/>
                </a:lnTo>
                <a:lnTo>
                  <a:pt x="3492500" y="2324100"/>
                </a:ln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6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583" name="Google Shape;583;p36"/>
          <p:cNvSpPr txBox="1"/>
          <p:nvPr/>
        </p:nvSpPr>
        <p:spPr>
          <a:xfrm>
            <a:off x="3001686" y="405359"/>
            <a:ext cx="5237959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Fechamento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6"/>
          <p:cNvSpPr/>
          <p:nvPr/>
        </p:nvSpPr>
        <p:spPr>
          <a:xfrm>
            <a:off x="6019800" y="2371816"/>
            <a:ext cx="5715000" cy="6858000"/>
          </a:xfrm>
          <a:custGeom>
            <a:rect b="b" l="l" r="r" t="t"/>
            <a:pathLst>
              <a:path extrusionOk="0" h="9144000" w="7620000">
                <a:moveTo>
                  <a:pt x="0" y="0"/>
                </a:moveTo>
                <a:lnTo>
                  <a:pt x="7620000" y="0"/>
                </a:lnTo>
                <a:lnTo>
                  <a:pt x="7620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7"/>
          <p:cNvSpPr/>
          <p:nvPr/>
        </p:nvSpPr>
        <p:spPr>
          <a:xfrm>
            <a:off x="-168372" y="-196608"/>
            <a:ext cx="1197072" cy="10750131"/>
          </a:xfrm>
          <a:custGeom>
            <a:rect b="b" l="l" r="r" t="t"/>
            <a:pathLst>
              <a:path extrusionOk="0" h="10750131" w="1197072">
                <a:moveTo>
                  <a:pt x="0" y="0"/>
                </a:moveTo>
                <a:lnTo>
                  <a:pt x="1197072" y="0"/>
                </a:lnTo>
                <a:lnTo>
                  <a:pt x="1197072" y="10750131"/>
                </a:lnTo>
                <a:lnTo>
                  <a:pt x="0" y="10750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0" name="Google Shape;590;p37"/>
          <p:cNvSpPr/>
          <p:nvPr/>
        </p:nvSpPr>
        <p:spPr>
          <a:xfrm>
            <a:off x="1477632" y="5203547"/>
            <a:ext cx="4826984" cy="942213"/>
          </a:xfrm>
          <a:custGeom>
            <a:rect b="b" l="l" r="r" t="t"/>
            <a:pathLst>
              <a:path extrusionOk="0" h="1256284" w="6435979">
                <a:moveTo>
                  <a:pt x="0" y="0"/>
                </a:moveTo>
                <a:lnTo>
                  <a:pt x="6435979" y="0"/>
                </a:lnTo>
                <a:lnTo>
                  <a:pt x="6435979" y="1256284"/>
                </a:lnTo>
                <a:lnTo>
                  <a:pt x="0" y="12562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634" l="0" r="0" t="-4632"/>
            </a:stretch>
          </a:blipFill>
          <a:ln>
            <a:noFill/>
          </a:ln>
        </p:spPr>
      </p:sp>
      <p:sp>
        <p:nvSpPr>
          <p:cNvPr id="591" name="Google Shape;591;p37"/>
          <p:cNvSpPr/>
          <p:nvPr/>
        </p:nvSpPr>
        <p:spPr>
          <a:xfrm>
            <a:off x="9634596" y="-468619"/>
            <a:ext cx="7739804" cy="11581916"/>
          </a:xfrm>
          <a:custGeom>
            <a:rect b="b" l="l" r="r" t="t"/>
            <a:pathLst>
              <a:path extrusionOk="0" h="11581916" w="7739804">
                <a:moveTo>
                  <a:pt x="0" y="0"/>
                </a:moveTo>
                <a:lnTo>
                  <a:pt x="7739804" y="0"/>
                </a:lnTo>
                <a:lnTo>
                  <a:pt x="7739804" y="11581916"/>
                </a:lnTo>
                <a:lnTo>
                  <a:pt x="0" y="11581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2" name="Google Shape;592;p37"/>
          <p:cNvSpPr/>
          <p:nvPr/>
        </p:nvSpPr>
        <p:spPr>
          <a:xfrm>
            <a:off x="15939655" y="7859362"/>
            <a:ext cx="1951482" cy="2427637"/>
          </a:xfrm>
          <a:custGeom>
            <a:rect b="b" l="l" r="r" t="t"/>
            <a:pathLst>
              <a:path extrusionOk="0" h="3236849" w="2601976">
                <a:moveTo>
                  <a:pt x="0" y="0"/>
                </a:moveTo>
                <a:lnTo>
                  <a:pt x="2601976" y="0"/>
                </a:lnTo>
                <a:lnTo>
                  <a:pt x="2601976" y="3236849"/>
                </a:lnTo>
                <a:lnTo>
                  <a:pt x="0" y="3236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6" r="-14" t="0"/>
            </a:stretch>
          </a:blipFill>
          <a:ln>
            <a:noFill/>
          </a:ln>
        </p:spPr>
      </p:sp>
      <p:sp>
        <p:nvSpPr>
          <p:cNvPr id="593" name="Google Shape;593;p37"/>
          <p:cNvSpPr/>
          <p:nvPr/>
        </p:nvSpPr>
        <p:spPr>
          <a:xfrm>
            <a:off x="15325189" y="4137430"/>
            <a:ext cx="1605439" cy="2573846"/>
          </a:xfrm>
          <a:custGeom>
            <a:rect b="b" l="l" r="r" t="t"/>
            <a:pathLst>
              <a:path extrusionOk="0" h="3431794" w="2140585">
                <a:moveTo>
                  <a:pt x="0" y="0"/>
                </a:moveTo>
                <a:lnTo>
                  <a:pt x="2140585" y="0"/>
                </a:lnTo>
                <a:lnTo>
                  <a:pt x="2140585" y="3431794"/>
                </a:lnTo>
                <a:lnTo>
                  <a:pt x="0" y="3431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4" r="-21" t="0"/>
            </a:stretch>
          </a:blipFill>
          <a:ln>
            <a:noFill/>
          </a:ln>
        </p:spPr>
      </p:sp>
      <p:sp>
        <p:nvSpPr>
          <p:cNvPr id="594" name="Google Shape;594;p37"/>
          <p:cNvSpPr/>
          <p:nvPr/>
        </p:nvSpPr>
        <p:spPr>
          <a:xfrm flipH="1">
            <a:off x="8846688" y="4137430"/>
            <a:ext cx="6180486" cy="6149530"/>
          </a:xfrm>
          <a:custGeom>
            <a:rect b="b" l="l" r="r" t="t"/>
            <a:pathLst>
              <a:path extrusionOk="0" h="8199374" w="8240649">
                <a:moveTo>
                  <a:pt x="8240649" y="0"/>
                </a:moveTo>
                <a:lnTo>
                  <a:pt x="0" y="0"/>
                </a:lnTo>
                <a:lnTo>
                  <a:pt x="0" y="8199374"/>
                </a:lnTo>
                <a:lnTo>
                  <a:pt x="8240649" y="8199374"/>
                </a:lnTo>
                <a:lnTo>
                  <a:pt x="8240649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23" l="0" r="0" t="-22"/>
            </a:stretch>
          </a:blipFill>
          <a:ln>
            <a:noFill/>
          </a:ln>
        </p:spPr>
      </p:sp>
      <p:sp>
        <p:nvSpPr>
          <p:cNvPr id="595" name="Google Shape;595;p37"/>
          <p:cNvSpPr/>
          <p:nvPr/>
        </p:nvSpPr>
        <p:spPr>
          <a:xfrm flipH="1">
            <a:off x="12392588" y="4137430"/>
            <a:ext cx="4780407" cy="6149530"/>
          </a:xfrm>
          <a:custGeom>
            <a:rect b="b" l="l" r="r" t="t"/>
            <a:pathLst>
              <a:path extrusionOk="0" h="8199374" w="6373876">
                <a:moveTo>
                  <a:pt x="6373876" y="0"/>
                </a:moveTo>
                <a:lnTo>
                  <a:pt x="0" y="0"/>
                </a:lnTo>
                <a:lnTo>
                  <a:pt x="0" y="8199374"/>
                </a:lnTo>
                <a:lnTo>
                  <a:pt x="6373876" y="8199374"/>
                </a:lnTo>
                <a:lnTo>
                  <a:pt x="6373876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7537" l="0" r="0" t="-7534"/>
            </a:stretch>
          </a:blipFill>
          <a:ln>
            <a:noFill/>
          </a:ln>
        </p:spPr>
      </p:sp>
      <p:sp>
        <p:nvSpPr>
          <p:cNvPr id="596" name="Google Shape;596;p37"/>
          <p:cNvSpPr/>
          <p:nvPr/>
        </p:nvSpPr>
        <p:spPr>
          <a:xfrm>
            <a:off x="10098577" y="9152435"/>
            <a:ext cx="2294001" cy="1134523"/>
          </a:xfrm>
          <a:custGeom>
            <a:rect b="b" l="l" r="r" t="t"/>
            <a:pathLst>
              <a:path extrusionOk="0" h="1512697" w="3058668">
                <a:moveTo>
                  <a:pt x="0" y="0"/>
                </a:moveTo>
                <a:lnTo>
                  <a:pt x="3058668" y="0"/>
                </a:lnTo>
                <a:lnTo>
                  <a:pt x="3058668" y="1512697"/>
                </a:lnTo>
                <a:lnTo>
                  <a:pt x="0" y="15126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80" l="0" r="0" t="-76"/>
            </a:stretch>
          </a:blipFill>
          <a:ln>
            <a:noFill/>
          </a:ln>
        </p:spPr>
      </p:sp>
      <p:sp>
        <p:nvSpPr>
          <p:cNvPr id="597" name="Google Shape;597;p37"/>
          <p:cNvSpPr/>
          <p:nvPr/>
        </p:nvSpPr>
        <p:spPr>
          <a:xfrm rot="753594">
            <a:off x="14437888" y="1491650"/>
            <a:ext cx="1774603" cy="1744123"/>
          </a:xfrm>
          <a:custGeom>
            <a:rect b="b" l="l" r="r" t="t"/>
            <a:pathLst>
              <a:path extrusionOk="0" h="2325497" w="2366137">
                <a:moveTo>
                  <a:pt x="0" y="0"/>
                </a:moveTo>
                <a:lnTo>
                  <a:pt x="2366137" y="0"/>
                </a:lnTo>
                <a:lnTo>
                  <a:pt x="2366137" y="2325497"/>
                </a:lnTo>
                <a:lnTo>
                  <a:pt x="0" y="2325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8" name="Google Shape;598;p37"/>
          <p:cNvSpPr/>
          <p:nvPr/>
        </p:nvSpPr>
        <p:spPr>
          <a:xfrm>
            <a:off x="10584085" y="1028700"/>
            <a:ext cx="2079403" cy="2088261"/>
          </a:xfrm>
          <a:custGeom>
            <a:rect b="b" l="l" r="r" t="t"/>
            <a:pathLst>
              <a:path extrusionOk="0" h="2784348" w="2772537">
                <a:moveTo>
                  <a:pt x="0" y="0"/>
                </a:moveTo>
                <a:lnTo>
                  <a:pt x="2772537" y="0"/>
                </a:lnTo>
                <a:lnTo>
                  <a:pt x="2772537" y="2784348"/>
                </a:lnTo>
                <a:lnTo>
                  <a:pt x="0" y="27843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-33" r="-31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