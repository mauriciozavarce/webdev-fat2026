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10287000" cx="18288000"/>
  <p:notesSz cx="6858000" cy="9144000"/>
  <p:embeddedFontLst>
    <p:embeddedFont>
      <p:font typeface="Fira Code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9" roundtripDataSignature="AMtx7migcDNrIqyLTKkZt5/Nq6jXnyzg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FiraCode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7" name="Google Shape;10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9" name="Google Shape;129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9" name="Google Shape;139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0" name="Google Shape;140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0" name="Google Shape;530;p2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31" name="Google Shape;531;p2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34" name="Google Shape;534;p2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4" name="Google Shape;544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5" name="Google Shape;545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8" name="Google Shape;548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7" name="Google Shape;557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58" name="Google Shape;558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1" name="Google Shape;561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9" name="Google Shape;569;p2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0" name="Google Shape;570;p2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3" name="Google Shape;573;p2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1" name="Google Shape;581;p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82" name="Google Shape;582;p2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85" name="Google Shape;585;p2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3" name="Google Shape;593;p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94" name="Google Shape;594;p2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7" name="Google Shape;597;p2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5" name="Google Shape;605;p2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06" name="Google Shape;606;p2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09" name="Google Shape;609;p2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17" name="Google Shape;617;p2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18" name="Google Shape;618;p2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1" name="Google Shape;621;p2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9" name="Google Shape;629;p2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30" name="Google Shape;630;p2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2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33" name="Google Shape;633;p2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1" name="Google Shape;641;p3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42" name="Google Shape;642;p3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3" name="Google Shape;643;p3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45" name="Google Shape;645;p3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3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0" name="Google Shape;660;p3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61" name="Google Shape;661;p3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3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64" name="Google Shape;664;p3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71" name="Google Shape;671;p3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672" name="Google Shape;672;p3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3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75" name="Google Shape;675;p3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11" Type="http://schemas.openxmlformats.org/officeDocument/2006/relationships/image" Target="../media/image8.png"/><Relationship Id="rId10" Type="http://schemas.openxmlformats.org/officeDocument/2006/relationships/image" Target="../media/image18.png"/><Relationship Id="rId12" Type="http://schemas.openxmlformats.org/officeDocument/2006/relationships/image" Target="../media/image9.png"/><Relationship Id="rId9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9.png"/><Relationship Id="rId4" Type="http://schemas.openxmlformats.org/officeDocument/2006/relationships/image" Target="../media/image56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Relationship Id="rId4" Type="http://schemas.openxmlformats.org/officeDocument/2006/relationships/image" Target="../media/image4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hyperlink" Target="https://docs.google.com/document/d/1Gx6qpLBOTbya-LiNaFD33CljhUjPfMZczwqnXM7a6LU/edit?usp=sharing" TargetMode="External"/><Relationship Id="rId5" Type="http://schemas.openxmlformats.org/officeDocument/2006/relationships/hyperlink" Target="https://docs.google.com/document/d/1Gx6qpLBOTbya-LiNaFD33CljhUjPfMZczwqnXM7a6LU/edit?usp=sharing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Relationship Id="rId5" Type="http://schemas.openxmlformats.org/officeDocument/2006/relationships/image" Target="../media/image41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2" Type="http://schemas.openxmlformats.org/officeDocument/2006/relationships/image" Target="../media/image18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" r="-16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5" r="-22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sp>
        <p:nvSpPr>
          <p:cNvPr id="96" name="Google Shape;96;p1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7538" l="0" r="0" t="-7536"/>
            </a:stretch>
          </a:blipFill>
          <a:ln>
            <a:noFill/>
          </a:ln>
        </p:spPr>
      </p:sp>
      <p:sp>
        <p:nvSpPr>
          <p:cNvPr id="97" name="Google Shape;97;p1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81" l="0" r="0" t="-77"/>
            </a:stretch>
          </a:blipFill>
          <a:ln>
            <a:noFill/>
          </a:ln>
        </p:spPr>
      </p:sp>
      <p:sp>
        <p:nvSpPr>
          <p:cNvPr id="98" name="Google Shape;98;p1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1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-34" r="-33" t="0"/>
            </a:stretch>
          </a:blipFill>
          <a:ln>
            <a:noFill/>
          </a:ln>
        </p:spPr>
      </p:sp>
      <p:sp>
        <p:nvSpPr>
          <p:cNvPr id="100" name="Google Shape;100;p1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1"/>
          <p:cNvSpPr/>
          <p:nvPr/>
        </p:nvSpPr>
        <p:spPr>
          <a:xfrm>
            <a:off x="1748072" y="4380104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4635" l="0" r="0" t="-4634"/>
            </a:stretch>
          </a:blipFill>
          <a:ln>
            <a:noFill/>
          </a:ln>
        </p:spPr>
      </p:sp>
      <p:sp>
        <p:nvSpPr>
          <p:cNvPr id="102" name="Google Shape;102;p1"/>
          <p:cNvSpPr txBox="1"/>
          <p:nvPr/>
        </p:nvSpPr>
        <p:spPr>
          <a:xfrm>
            <a:off x="1619496" y="835754"/>
            <a:ext cx="10447985" cy="1275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Encontro 05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748072" y="3422449"/>
            <a:ext cx="7886524" cy="4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1323771" y="6933770"/>
            <a:ext cx="10613153" cy="2465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</a:t>
            </a:r>
            <a:endParaRPr/>
          </a:p>
          <a:p>
            <a:pPr indent="0" lvl="0" marL="0" marR="0" rtl="0" algn="l">
              <a:lnSpc>
                <a:spcPct val="1163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Programação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10695500" y="1057830"/>
            <a:ext cx="9528785" cy="8200470"/>
          </a:xfrm>
          <a:custGeom>
            <a:rect b="b" l="l" r="r" t="t"/>
            <a:pathLst>
              <a:path extrusionOk="0" h="8200470" w="9528785">
                <a:moveTo>
                  <a:pt x="0" y="0"/>
                </a:moveTo>
                <a:lnTo>
                  <a:pt x="9528785" y="0"/>
                </a:lnTo>
                <a:lnTo>
                  <a:pt x="9528785" y="8200470"/>
                </a:lnTo>
                <a:lnTo>
                  <a:pt x="0" y="8200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 txBox="1"/>
          <p:nvPr/>
        </p:nvSpPr>
        <p:spPr>
          <a:xfrm>
            <a:off x="1409304" y="2733040"/>
            <a:ext cx="8649096" cy="5989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Central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do Conteúdo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Contextualização – Onde Usamos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Demonstração / Tipo de Aplicação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 Virtual de Aprendizagem</a:t>
            </a:r>
            <a:endParaRPr/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/>
          </a:p>
        </p:txBody>
      </p:sp>
      <p:sp>
        <p:nvSpPr>
          <p:cNvPr id="116" name="Google Shape;116;p2"/>
          <p:cNvSpPr/>
          <p:nvPr/>
        </p:nvSpPr>
        <p:spPr>
          <a:xfrm>
            <a:off x="1038225" y="3073149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p2"/>
          <p:cNvSpPr/>
          <p:nvPr/>
        </p:nvSpPr>
        <p:spPr>
          <a:xfrm>
            <a:off x="1038225" y="3702368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1038225" y="4331587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" name="Google Shape;119;p2"/>
          <p:cNvSpPr/>
          <p:nvPr/>
        </p:nvSpPr>
        <p:spPr>
          <a:xfrm>
            <a:off x="1038225" y="4960806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2"/>
          <p:cNvSpPr/>
          <p:nvPr/>
        </p:nvSpPr>
        <p:spPr>
          <a:xfrm>
            <a:off x="1038225" y="5590025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38225" y="6219244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1038225" y="6848462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1038225" y="7477681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 rot="567872">
            <a:off x="12773374" y="3054930"/>
            <a:ext cx="5373052" cy="5373053"/>
          </a:xfrm>
          <a:custGeom>
            <a:rect b="b" l="l" r="r" t="t"/>
            <a:pathLst>
              <a:path extrusionOk="0" h="7164070" w="7164070">
                <a:moveTo>
                  <a:pt x="0" y="0"/>
                </a:moveTo>
                <a:lnTo>
                  <a:pt x="7164070" y="0"/>
                </a:lnTo>
                <a:lnTo>
                  <a:pt x="7164070" y="7164070"/>
                </a:lnTo>
                <a:lnTo>
                  <a:pt x="0" y="716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 txBox="1"/>
          <p:nvPr/>
        </p:nvSpPr>
        <p:spPr>
          <a:xfrm>
            <a:off x="1034770" y="1799811"/>
            <a:ext cx="1191008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3"/>
          <p:cNvSpPr txBox="1"/>
          <p:nvPr/>
        </p:nvSpPr>
        <p:spPr>
          <a:xfrm>
            <a:off x="3352800" y="1210590"/>
            <a:ext cx="1191008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Boas Vindas 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8786432" y="2791145"/>
            <a:ext cx="8316849" cy="6237637"/>
          </a:xfrm>
          <a:custGeom>
            <a:rect b="b" l="l" r="r" t="t"/>
            <a:pathLst>
              <a:path extrusionOk="0" h="8316849" w="11089132">
                <a:moveTo>
                  <a:pt x="0" y="0"/>
                </a:moveTo>
                <a:lnTo>
                  <a:pt x="11089132" y="0"/>
                </a:lnTo>
                <a:lnTo>
                  <a:pt x="11089132" y="8316849"/>
                </a:lnTo>
                <a:lnTo>
                  <a:pt x="0" y="831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4"/>
          <p:cNvSpPr txBox="1"/>
          <p:nvPr/>
        </p:nvSpPr>
        <p:spPr>
          <a:xfrm>
            <a:off x="1828800" y="1666875"/>
            <a:ext cx="1191008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Central de Hoje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8862088" y="2423476"/>
            <a:ext cx="6758940" cy="6758940"/>
          </a:xfrm>
          <a:custGeom>
            <a:rect b="b" l="l" r="r" t="t"/>
            <a:pathLst>
              <a:path extrusionOk="0" h="9011920" w="9011920">
                <a:moveTo>
                  <a:pt x="0" y="0"/>
                </a:moveTo>
                <a:lnTo>
                  <a:pt x="9011920" y="0"/>
                </a:lnTo>
                <a:lnTo>
                  <a:pt x="9011920" y="9011920"/>
                </a:lnTo>
                <a:lnTo>
                  <a:pt x="0" y="90119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4"/>
          <p:cNvSpPr txBox="1"/>
          <p:nvPr/>
        </p:nvSpPr>
        <p:spPr>
          <a:xfrm>
            <a:off x="1098145" y="3697906"/>
            <a:ext cx="8045855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Aprender a usar as tags HTML fundamentais para estruturar o conteúdo de um site real.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13895665" y="377016"/>
            <a:ext cx="2781300" cy="2781300"/>
          </a:xfrm>
          <a:custGeom>
            <a:rect b="b" l="l" r="r" t="t"/>
            <a:pathLst>
              <a:path extrusionOk="0" h="3708400" w="3708400">
                <a:moveTo>
                  <a:pt x="0" y="0"/>
                </a:moveTo>
                <a:lnTo>
                  <a:pt x="3708400" y="0"/>
                </a:lnTo>
                <a:lnTo>
                  <a:pt x="37084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5"/>
          <p:cNvSpPr/>
          <p:nvPr/>
        </p:nvSpPr>
        <p:spPr>
          <a:xfrm>
            <a:off x="3119335" y="1235014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55" name="Google Shape;155;p5"/>
          <p:cNvSpPr/>
          <p:nvPr/>
        </p:nvSpPr>
        <p:spPr>
          <a:xfrm>
            <a:off x="993645" y="2793830"/>
            <a:ext cx="2768116" cy="2835458"/>
          </a:xfrm>
          <a:custGeom>
            <a:rect b="b" l="l" r="r" t="t"/>
            <a:pathLst>
              <a:path extrusionOk="0" h="2835458" w="2768116">
                <a:moveTo>
                  <a:pt x="0" y="0"/>
                </a:moveTo>
                <a:lnTo>
                  <a:pt x="2768115" y="0"/>
                </a:lnTo>
                <a:lnTo>
                  <a:pt x="2768115" y="2835458"/>
                </a:lnTo>
                <a:lnTo>
                  <a:pt x="0" y="28354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5"/>
          <p:cNvSpPr/>
          <p:nvPr/>
        </p:nvSpPr>
        <p:spPr>
          <a:xfrm>
            <a:off x="11134704" y="6113473"/>
            <a:ext cx="6418561" cy="3466023"/>
          </a:xfrm>
          <a:custGeom>
            <a:rect b="b" l="l" r="r" t="t"/>
            <a:pathLst>
              <a:path extrusionOk="0" h="3466023" w="6418561">
                <a:moveTo>
                  <a:pt x="0" y="0"/>
                </a:moveTo>
                <a:lnTo>
                  <a:pt x="6418561" y="0"/>
                </a:lnTo>
                <a:lnTo>
                  <a:pt x="6418561" y="3466023"/>
                </a:lnTo>
                <a:lnTo>
                  <a:pt x="0" y="34660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5"/>
          <p:cNvSpPr txBox="1"/>
          <p:nvPr/>
        </p:nvSpPr>
        <p:spPr>
          <a:xfrm>
            <a:off x="2598100" y="434166"/>
            <a:ext cx="6280430" cy="79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158" name="Google Shape;158;p5"/>
          <p:cNvSpPr txBox="1"/>
          <p:nvPr/>
        </p:nvSpPr>
        <p:spPr>
          <a:xfrm>
            <a:off x="993645" y="1353613"/>
            <a:ext cx="10959164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Imagine o seguinte cenário . . .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5188885" y="3371580"/>
            <a:ext cx="1009743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Imagine que uma ONG de cuidado animal precisa de um site simples e de página única (One-Page) para compartilhar dicas essenciais.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1806749" y="6499479"/>
            <a:ext cx="7849830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construir a estrutura completa desta página usando apenas HTML. Vamos organizar todo o conteúdo, como títulos, listas, tabelas.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13895665" y="377016"/>
            <a:ext cx="2781300" cy="2781300"/>
          </a:xfrm>
          <a:custGeom>
            <a:rect b="b" l="l" r="r" t="t"/>
            <a:pathLst>
              <a:path extrusionOk="0" h="3708400" w="3708400">
                <a:moveTo>
                  <a:pt x="0" y="0"/>
                </a:moveTo>
                <a:lnTo>
                  <a:pt x="3708400" y="0"/>
                </a:lnTo>
                <a:lnTo>
                  <a:pt x="37084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6"/>
          <p:cNvSpPr/>
          <p:nvPr/>
        </p:nvSpPr>
        <p:spPr>
          <a:xfrm>
            <a:off x="3119335" y="1235014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167" name="Google Shape;167;p6"/>
          <p:cNvSpPr txBox="1"/>
          <p:nvPr/>
        </p:nvSpPr>
        <p:spPr>
          <a:xfrm>
            <a:off x="2598100" y="434166"/>
            <a:ext cx="6280430" cy="79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grpSp>
        <p:nvGrpSpPr>
          <p:cNvPr id="168" name="Google Shape;168;p6"/>
          <p:cNvGrpSpPr/>
          <p:nvPr/>
        </p:nvGrpSpPr>
        <p:grpSpPr>
          <a:xfrm>
            <a:off x="993645" y="4013442"/>
            <a:ext cx="4744670" cy="801998"/>
            <a:chOff x="0" y="-192904"/>
            <a:chExt cx="6326227" cy="1069331"/>
          </a:xfrm>
        </p:grpSpPr>
        <p:grpSp>
          <p:nvGrpSpPr>
            <p:cNvPr id="169" name="Google Shape;169;p6"/>
            <p:cNvGrpSpPr/>
            <p:nvPr/>
          </p:nvGrpSpPr>
          <p:grpSpPr>
            <a:xfrm>
              <a:off x="0" y="-192904"/>
              <a:ext cx="6326227" cy="1069331"/>
              <a:chOff x="0" y="-38100"/>
              <a:chExt cx="1249563" cy="211201"/>
            </a:xfrm>
          </p:grpSpPr>
          <p:sp>
            <p:nvSpPr>
              <p:cNvPr id="170" name="Google Shape;170;p6"/>
              <p:cNvSpPr/>
              <p:nvPr/>
            </p:nvSpPr>
            <p:spPr>
              <a:xfrm>
                <a:off x="0" y="0"/>
                <a:ext cx="1249563" cy="173101"/>
              </a:xfrm>
              <a:custGeom>
                <a:rect b="b" l="l" r="r" t="t"/>
                <a:pathLst>
                  <a:path extrusionOk="0" h="173101" w="1249563">
                    <a:moveTo>
                      <a:pt x="1249563" y="8159"/>
                    </a:moveTo>
                    <a:lnTo>
                      <a:pt x="1249563" y="164942"/>
                    </a:lnTo>
                    <a:cubicBezTo>
                      <a:pt x="1249563" y="169448"/>
                      <a:pt x="1245911" y="173101"/>
                      <a:pt x="1241405" y="173101"/>
                    </a:cubicBezTo>
                    <a:lnTo>
                      <a:pt x="8159" y="173101"/>
                    </a:lnTo>
                    <a:cubicBezTo>
                      <a:pt x="3653" y="173101"/>
                      <a:pt x="0" y="169448"/>
                      <a:pt x="0" y="164942"/>
                    </a:cubicBezTo>
                    <a:lnTo>
                      <a:pt x="0" y="8159"/>
                    </a:lnTo>
                    <a:cubicBezTo>
                      <a:pt x="0" y="3653"/>
                      <a:pt x="3653" y="0"/>
                      <a:pt x="8159" y="0"/>
                    </a:cubicBezTo>
                    <a:lnTo>
                      <a:pt x="1241405" y="0"/>
                    </a:lnTo>
                    <a:cubicBezTo>
                      <a:pt x="1245911" y="0"/>
                      <a:pt x="1249563" y="3653"/>
                      <a:pt x="1249563" y="8159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6"/>
              <p:cNvSpPr txBox="1"/>
              <p:nvPr/>
            </p:nvSpPr>
            <p:spPr>
              <a:xfrm>
                <a:off x="0" y="-38100"/>
                <a:ext cx="124956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6"/>
            <p:cNvSpPr txBox="1"/>
            <p:nvPr/>
          </p:nvSpPr>
          <p:spPr>
            <a:xfrm>
              <a:off x="165551" y="82596"/>
              <a:ext cx="5995125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&lt;html lang="pt-BR"&gt;</a:t>
              </a:r>
              <a:endParaRPr/>
            </a:p>
          </p:txBody>
        </p:sp>
      </p:grpSp>
      <p:sp>
        <p:nvSpPr>
          <p:cNvPr id="173" name="Google Shape;173;p6"/>
          <p:cNvSpPr txBox="1"/>
          <p:nvPr/>
        </p:nvSpPr>
        <p:spPr>
          <a:xfrm>
            <a:off x="5958451" y="3968035"/>
            <a:ext cx="8209973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contêiner de tudo. Também define o idioma do conteúdo.</a:t>
            </a:r>
            <a:endParaRPr/>
          </a:p>
        </p:txBody>
      </p:sp>
      <p:grpSp>
        <p:nvGrpSpPr>
          <p:cNvPr id="174" name="Google Shape;174;p6"/>
          <p:cNvGrpSpPr/>
          <p:nvPr/>
        </p:nvGrpSpPr>
        <p:grpSpPr>
          <a:xfrm>
            <a:off x="1626057" y="5128308"/>
            <a:ext cx="14553731" cy="801998"/>
            <a:chOff x="0" y="-192904"/>
            <a:chExt cx="19404974" cy="1069331"/>
          </a:xfrm>
        </p:grpSpPr>
        <p:grpSp>
          <p:nvGrpSpPr>
            <p:cNvPr id="175" name="Google Shape;175;p6"/>
            <p:cNvGrpSpPr/>
            <p:nvPr/>
          </p:nvGrpSpPr>
          <p:grpSpPr>
            <a:xfrm>
              <a:off x="0" y="-192904"/>
              <a:ext cx="2075759" cy="1069331"/>
              <a:chOff x="0" y="-38100"/>
              <a:chExt cx="410006" cy="211201"/>
            </a:xfrm>
          </p:grpSpPr>
          <p:sp>
            <p:nvSpPr>
              <p:cNvPr id="176" name="Google Shape;176;p6"/>
              <p:cNvSpPr/>
              <p:nvPr/>
            </p:nvSpPr>
            <p:spPr>
              <a:xfrm>
                <a:off x="0" y="0"/>
                <a:ext cx="410006" cy="173101"/>
              </a:xfrm>
              <a:custGeom>
                <a:rect b="b" l="l" r="r" t="t"/>
                <a:pathLst>
                  <a:path extrusionOk="0" h="173101" w="410006">
                    <a:moveTo>
                      <a:pt x="410006" y="24865"/>
                    </a:moveTo>
                    <a:lnTo>
                      <a:pt x="410006" y="148236"/>
                    </a:lnTo>
                    <a:cubicBezTo>
                      <a:pt x="410006" y="154831"/>
                      <a:pt x="407387" y="161155"/>
                      <a:pt x="402724" y="165818"/>
                    </a:cubicBezTo>
                    <a:cubicBezTo>
                      <a:pt x="398061" y="170481"/>
                      <a:pt x="391736" y="173101"/>
                      <a:pt x="385142" y="173101"/>
                    </a:cubicBezTo>
                    <a:lnTo>
                      <a:pt x="24865" y="173101"/>
                    </a:lnTo>
                    <a:cubicBezTo>
                      <a:pt x="18270" y="173101"/>
                      <a:pt x="11946" y="170481"/>
                      <a:pt x="7283" y="165818"/>
                    </a:cubicBezTo>
                    <a:cubicBezTo>
                      <a:pt x="2620" y="161155"/>
                      <a:pt x="0" y="154831"/>
                      <a:pt x="0" y="148236"/>
                    </a:cubicBezTo>
                    <a:lnTo>
                      <a:pt x="0" y="24865"/>
                    </a:lnTo>
                    <a:cubicBezTo>
                      <a:pt x="0" y="18270"/>
                      <a:pt x="2620" y="11946"/>
                      <a:pt x="7283" y="7283"/>
                    </a:cubicBezTo>
                    <a:cubicBezTo>
                      <a:pt x="11946" y="2620"/>
                      <a:pt x="18270" y="0"/>
                      <a:pt x="24865" y="0"/>
                    </a:cubicBezTo>
                    <a:lnTo>
                      <a:pt x="385142" y="0"/>
                    </a:lnTo>
                    <a:cubicBezTo>
                      <a:pt x="391736" y="0"/>
                      <a:pt x="398061" y="2620"/>
                      <a:pt x="402724" y="7283"/>
                    </a:cubicBezTo>
                    <a:cubicBezTo>
                      <a:pt x="407387" y="11946"/>
                      <a:pt x="410006" y="18270"/>
                      <a:pt x="410006" y="24865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6"/>
              <p:cNvSpPr txBox="1"/>
              <p:nvPr/>
            </p:nvSpPr>
            <p:spPr>
              <a:xfrm>
                <a:off x="0" y="-38100"/>
                <a:ext cx="410006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" name="Google Shape;178;p6"/>
            <p:cNvSpPr txBox="1"/>
            <p:nvPr/>
          </p:nvSpPr>
          <p:spPr>
            <a:xfrm>
              <a:off x="54320" y="82596"/>
              <a:ext cx="1967118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&lt;head&gt;</a:t>
              </a:r>
              <a:endParaRPr/>
            </a:p>
          </p:txBody>
        </p:sp>
        <p:sp>
          <p:nvSpPr>
            <p:cNvPr id="179" name="Google Shape;179;p6"/>
            <p:cNvSpPr txBox="1"/>
            <p:nvPr/>
          </p:nvSpPr>
          <p:spPr>
            <a:xfrm>
              <a:off x="2202280" y="82909"/>
              <a:ext cx="17202694" cy="69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"mente" da página (informações para o navegador).</a:t>
              </a:r>
              <a:endParaRPr/>
            </a:p>
          </p:txBody>
        </p:sp>
      </p:grpSp>
      <p:grpSp>
        <p:nvGrpSpPr>
          <p:cNvPr id="180" name="Google Shape;180;p6"/>
          <p:cNvGrpSpPr/>
          <p:nvPr/>
        </p:nvGrpSpPr>
        <p:grpSpPr>
          <a:xfrm>
            <a:off x="1626057" y="7767019"/>
            <a:ext cx="14553731" cy="801998"/>
            <a:chOff x="0" y="-192904"/>
            <a:chExt cx="19404974" cy="1069331"/>
          </a:xfrm>
        </p:grpSpPr>
        <p:grpSp>
          <p:nvGrpSpPr>
            <p:cNvPr id="181" name="Google Shape;181;p6"/>
            <p:cNvGrpSpPr/>
            <p:nvPr/>
          </p:nvGrpSpPr>
          <p:grpSpPr>
            <a:xfrm>
              <a:off x="0" y="-192904"/>
              <a:ext cx="2075759" cy="1069331"/>
              <a:chOff x="0" y="-38100"/>
              <a:chExt cx="410006" cy="211201"/>
            </a:xfrm>
          </p:grpSpPr>
          <p:sp>
            <p:nvSpPr>
              <p:cNvPr id="182" name="Google Shape;182;p6"/>
              <p:cNvSpPr/>
              <p:nvPr/>
            </p:nvSpPr>
            <p:spPr>
              <a:xfrm>
                <a:off x="0" y="0"/>
                <a:ext cx="410006" cy="173101"/>
              </a:xfrm>
              <a:custGeom>
                <a:rect b="b" l="l" r="r" t="t"/>
                <a:pathLst>
                  <a:path extrusionOk="0" h="173101" w="410006">
                    <a:moveTo>
                      <a:pt x="410006" y="24865"/>
                    </a:moveTo>
                    <a:lnTo>
                      <a:pt x="410006" y="148236"/>
                    </a:lnTo>
                    <a:cubicBezTo>
                      <a:pt x="410006" y="154831"/>
                      <a:pt x="407387" y="161155"/>
                      <a:pt x="402724" y="165818"/>
                    </a:cubicBezTo>
                    <a:cubicBezTo>
                      <a:pt x="398061" y="170481"/>
                      <a:pt x="391736" y="173101"/>
                      <a:pt x="385142" y="173101"/>
                    </a:cubicBezTo>
                    <a:lnTo>
                      <a:pt x="24865" y="173101"/>
                    </a:lnTo>
                    <a:cubicBezTo>
                      <a:pt x="18270" y="173101"/>
                      <a:pt x="11946" y="170481"/>
                      <a:pt x="7283" y="165818"/>
                    </a:cubicBezTo>
                    <a:cubicBezTo>
                      <a:pt x="2620" y="161155"/>
                      <a:pt x="0" y="154831"/>
                      <a:pt x="0" y="148236"/>
                    </a:cubicBezTo>
                    <a:lnTo>
                      <a:pt x="0" y="24865"/>
                    </a:lnTo>
                    <a:cubicBezTo>
                      <a:pt x="0" y="18270"/>
                      <a:pt x="2620" y="11946"/>
                      <a:pt x="7283" y="7283"/>
                    </a:cubicBezTo>
                    <a:cubicBezTo>
                      <a:pt x="11946" y="2620"/>
                      <a:pt x="18270" y="0"/>
                      <a:pt x="24865" y="0"/>
                    </a:cubicBezTo>
                    <a:lnTo>
                      <a:pt x="385142" y="0"/>
                    </a:lnTo>
                    <a:cubicBezTo>
                      <a:pt x="391736" y="0"/>
                      <a:pt x="398061" y="2620"/>
                      <a:pt x="402724" y="7283"/>
                    </a:cubicBezTo>
                    <a:cubicBezTo>
                      <a:pt x="407387" y="11946"/>
                      <a:pt x="410006" y="18270"/>
                      <a:pt x="410006" y="24865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6"/>
              <p:cNvSpPr txBox="1"/>
              <p:nvPr/>
            </p:nvSpPr>
            <p:spPr>
              <a:xfrm>
                <a:off x="0" y="-38100"/>
                <a:ext cx="410006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4" name="Google Shape;184;p6"/>
            <p:cNvSpPr txBox="1"/>
            <p:nvPr/>
          </p:nvSpPr>
          <p:spPr>
            <a:xfrm>
              <a:off x="54320" y="82596"/>
              <a:ext cx="1967118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&lt;body&gt;</a:t>
              </a:r>
              <a:endParaRPr/>
            </a:p>
          </p:txBody>
        </p:sp>
        <p:sp>
          <p:nvSpPr>
            <p:cNvPr id="185" name="Google Shape;185;p6"/>
            <p:cNvSpPr txBox="1"/>
            <p:nvPr/>
          </p:nvSpPr>
          <p:spPr>
            <a:xfrm>
              <a:off x="2202280" y="82909"/>
              <a:ext cx="17202694" cy="69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8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 "corpo" visível da página (conteúdo).</a:t>
              </a:r>
              <a:endParaRPr/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2280395" y="6023753"/>
            <a:ext cx="1651710" cy="801998"/>
            <a:chOff x="0" y="-192904"/>
            <a:chExt cx="2202280" cy="1069331"/>
          </a:xfrm>
        </p:grpSpPr>
        <p:grpSp>
          <p:nvGrpSpPr>
            <p:cNvPr id="187" name="Google Shape;187;p6"/>
            <p:cNvGrpSpPr/>
            <p:nvPr/>
          </p:nvGrpSpPr>
          <p:grpSpPr>
            <a:xfrm>
              <a:off x="0" y="-192904"/>
              <a:ext cx="2202280" cy="1069331"/>
              <a:chOff x="0" y="-38100"/>
              <a:chExt cx="434997" cy="211201"/>
            </a:xfrm>
          </p:grpSpPr>
          <p:sp>
            <p:nvSpPr>
              <p:cNvPr id="188" name="Google Shape;188;p6"/>
              <p:cNvSpPr/>
              <p:nvPr/>
            </p:nvSpPr>
            <p:spPr>
              <a:xfrm>
                <a:off x="0" y="0"/>
                <a:ext cx="434997" cy="173101"/>
              </a:xfrm>
              <a:custGeom>
                <a:rect b="b" l="l" r="r" t="t"/>
                <a:pathLst>
                  <a:path extrusionOk="0" h="173101" w="434997">
                    <a:moveTo>
                      <a:pt x="434997" y="23436"/>
                    </a:moveTo>
                    <a:lnTo>
                      <a:pt x="434997" y="149665"/>
                    </a:lnTo>
                    <a:cubicBezTo>
                      <a:pt x="434997" y="162608"/>
                      <a:pt x="424504" y="173101"/>
                      <a:pt x="411561" y="173101"/>
                    </a:cubicBezTo>
                    <a:lnTo>
                      <a:pt x="23436" y="173101"/>
                    </a:lnTo>
                    <a:cubicBezTo>
                      <a:pt x="10493" y="173101"/>
                      <a:pt x="0" y="162608"/>
                      <a:pt x="0" y="149665"/>
                    </a:cubicBezTo>
                    <a:lnTo>
                      <a:pt x="0" y="23436"/>
                    </a:lnTo>
                    <a:cubicBezTo>
                      <a:pt x="0" y="10493"/>
                      <a:pt x="10493" y="0"/>
                      <a:pt x="23436" y="0"/>
                    </a:cubicBezTo>
                    <a:lnTo>
                      <a:pt x="411561" y="0"/>
                    </a:lnTo>
                    <a:cubicBezTo>
                      <a:pt x="424504" y="0"/>
                      <a:pt x="434997" y="10493"/>
                      <a:pt x="434997" y="23436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6"/>
              <p:cNvSpPr txBox="1"/>
              <p:nvPr/>
            </p:nvSpPr>
            <p:spPr>
              <a:xfrm>
                <a:off x="0" y="-38100"/>
                <a:ext cx="434997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" name="Google Shape;190;p6"/>
            <p:cNvSpPr txBox="1"/>
            <p:nvPr/>
          </p:nvSpPr>
          <p:spPr>
            <a:xfrm>
              <a:off x="54320" y="82596"/>
              <a:ext cx="2147959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&lt;title&gt;</a:t>
              </a:r>
              <a:endParaRPr/>
            </a:p>
          </p:txBody>
        </p:sp>
      </p:grpSp>
      <p:sp>
        <p:nvSpPr>
          <p:cNvPr id="191" name="Google Shape;191;p6"/>
          <p:cNvSpPr txBox="1"/>
          <p:nvPr/>
        </p:nvSpPr>
        <p:spPr>
          <a:xfrm>
            <a:off x="4106692" y="6206531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nome da página na aba do navegador.</a:t>
            </a:r>
            <a:endParaRPr/>
          </a:p>
        </p:txBody>
      </p:sp>
      <p:grpSp>
        <p:nvGrpSpPr>
          <p:cNvPr id="192" name="Google Shape;192;p6"/>
          <p:cNvGrpSpPr/>
          <p:nvPr/>
        </p:nvGrpSpPr>
        <p:grpSpPr>
          <a:xfrm>
            <a:off x="993645" y="3023162"/>
            <a:ext cx="3717335" cy="801998"/>
            <a:chOff x="0" y="-192904"/>
            <a:chExt cx="4956447" cy="1069331"/>
          </a:xfrm>
        </p:grpSpPr>
        <p:grpSp>
          <p:nvGrpSpPr>
            <p:cNvPr id="193" name="Google Shape;193;p6"/>
            <p:cNvGrpSpPr/>
            <p:nvPr/>
          </p:nvGrpSpPr>
          <p:grpSpPr>
            <a:xfrm>
              <a:off x="0" y="-192904"/>
              <a:ext cx="4956447" cy="1069331"/>
              <a:chOff x="0" y="-38100"/>
              <a:chExt cx="979003" cy="211201"/>
            </a:xfrm>
          </p:grpSpPr>
          <p:sp>
            <p:nvSpPr>
              <p:cNvPr id="194" name="Google Shape;194;p6"/>
              <p:cNvSpPr/>
              <p:nvPr/>
            </p:nvSpPr>
            <p:spPr>
              <a:xfrm>
                <a:off x="0" y="0"/>
                <a:ext cx="979003" cy="173101"/>
              </a:xfrm>
              <a:custGeom>
                <a:rect b="b" l="l" r="r" t="t"/>
                <a:pathLst>
                  <a:path extrusionOk="0" h="173101" w="979003">
                    <a:moveTo>
                      <a:pt x="979003" y="10413"/>
                    </a:moveTo>
                    <a:lnTo>
                      <a:pt x="979003" y="162688"/>
                    </a:lnTo>
                    <a:cubicBezTo>
                      <a:pt x="979003" y="165450"/>
                      <a:pt x="977906" y="168098"/>
                      <a:pt x="975953" y="170051"/>
                    </a:cubicBezTo>
                    <a:cubicBezTo>
                      <a:pt x="974000" y="172004"/>
                      <a:pt x="971351" y="173101"/>
                      <a:pt x="968590" y="173101"/>
                    </a:cubicBezTo>
                    <a:lnTo>
                      <a:pt x="10413" y="173101"/>
                    </a:lnTo>
                    <a:cubicBezTo>
                      <a:pt x="7651" y="173101"/>
                      <a:pt x="5003" y="172004"/>
                      <a:pt x="3050" y="170051"/>
                    </a:cubicBezTo>
                    <a:cubicBezTo>
                      <a:pt x="1097" y="168098"/>
                      <a:pt x="0" y="165450"/>
                      <a:pt x="0" y="162688"/>
                    </a:cubicBezTo>
                    <a:lnTo>
                      <a:pt x="0" y="10413"/>
                    </a:lnTo>
                    <a:cubicBezTo>
                      <a:pt x="0" y="7651"/>
                      <a:pt x="1097" y="5003"/>
                      <a:pt x="3050" y="3050"/>
                    </a:cubicBezTo>
                    <a:cubicBezTo>
                      <a:pt x="5003" y="1097"/>
                      <a:pt x="7651" y="0"/>
                      <a:pt x="10413" y="0"/>
                    </a:cubicBezTo>
                    <a:lnTo>
                      <a:pt x="968590" y="0"/>
                    </a:lnTo>
                    <a:cubicBezTo>
                      <a:pt x="971351" y="0"/>
                      <a:pt x="974000" y="1097"/>
                      <a:pt x="975953" y="3050"/>
                    </a:cubicBezTo>
                    <a:cubicBezTo>
                      <a:pt x="977906" y="5003"/>
                      <a:pt x="979003" y="7651"/>
                      <a:pt x="979003" y="10413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6"/>
              <p:cNvSpPr txBox="1"/>
              <p:nvPr/>
            </p:nvSpPr>
            <p:spPr>
              <a:xfrm>
                <a:off x="0" y="-38100"/>
                <a:ext cx="97900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6" name="Google Shape;196;p6"/>
            <p:cNvSpPr txBox="1"/>
            <p:nvPr/>
          </p:nvSpPr>
          <p:spPr>
            <a:xfrm>
              <a:off x="129705" y="82596"/>
              <a:ext cx="4697037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&lt;!DOCTYPE html&gt;</a:t>
              </a:r>
              <a:endParaRPr/>
            </a:p>
          </p:txBody>
        </p:sp>
      </p:grpSp>
      <p:sp>
        <p:nvSpPr>
          <p:cNvPr id="197" name="Google Shape;197;p6"/>
          <p:cNvSpPr txBox="1"/>
          <p:nvPr/>
        </p:nvSpPr>
        <p:spPr>
          <a:xfrm>
            <a:off x="4936810" y="318109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RG da Página. Declara o documento como HTML5.</a:t>
            </a:r>
            <a:endParaRPr/>
          </a:p>
        </p:txBody>
      </p:sp>
      <p:grpSp>
        <p:nvGrpSpPr>
          <p:cNvPr id="198" name="Google Shape;198;p6"/>
          <p:cNvGrpSpPr/>
          <p:nvPr/>
        </p:nvGrpSpPr>
        <p:grpSpPr>
          <a:xfrm>
            <a:off x="2280395" y="6871573"/>
            <a:ext cx="5339862" cy="801998"/>
            <a:chOff x="0" y="-192904"/>
            <a:chExt cx="7119817" cy="1069331"/>
          </a:xfrm>
        </p:grpSpPr>
        <p:grpSp>
          <p:nvGrpSpPr>
            <p:cNvPr id="199" name="Google Shape;199;p6"/>
            <p:cNvGrpSpPr/>
            <p:nvPr/>
          </p:nvGrpSpPr>
          <p:grpSpPr>
            <a:xfrm>
              <a:off x="0" y="-192904"/>
              <a:ext cx="7119817" cy="1069331"/>
              <a:chOff x="0" y="-38100"/>
              <a:chExt cx="1406314" cy="211201"/>
            </a:xfrm>
          </p:grpSpPr>
          <p:sp>
            <p:nvSpPr>
              <p:cNvPr id="200" name="Google Shape;200;p6"/>
              <p:cNvSpPr/>
              <p:nvPr/>
            </p:nvSpPr>
            <p:spPr>
              <a:xfrm>
                <a:off x="0" y="0"/>
                <a:ext cx="1406314" cy="173101"/>
              </a:xfrm>
              <a:custGeom>
                <a:rect b="b" l="l" r="r" t="t"/>
                <a:pathLst>
                  <a:path extrusionOk="0" h="173101" w="1406314">
                    <a:moveTo>
                      <a:pt x="1406314" y="7249"/>
                    </a:moveTo>
                    <a:lnTo>
                      <a:pt x="1406314" y="165852"/>
                    </a:lnTo>
                    <a:cubicBezTo>
                      <a:pt x="1406314" y="169855"/>
                      <a:pt x="1403069" y="173101"/>
                      <a:pt x="1399065" y="173101"/>
                    </a:cubicBezTo>
                    <a:lnTo>
                      <a:pt x="7249" y="173101"/>
                    </a:lnTo>
                    <a:cubicBezTo>
                      <a:pt x="3246" y="173101"/>
                      <a:pt x="0" y="169855"/>
                      <a:pt x="0" y="165852"/>
                    </a:cubicBezTo>
                    <a:lnTo>
                      <a:pt x="0" y="7249"/>
                    </a:lnTo>
                    <a:cubicBezTo>
                      <a:pt x="0" y="3246"/>
                      <a:pt x="3246" y="0"/>
                      <a:pt x="7249" y="0"/>
                    </a:cubicBezTo>
                    <a:lnTo>
                      <a:pt x="1399065" y="0"/>
                    </a:lnTo>
                    <a:cubicBezTo>
                      <a:pt x="1403069" y="0"/>
                      <a:pt x="1406314" y="3246"/>
                      <a:pt x="1406314" y="7249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6"/>
              <p:cNvSpPr txBox="1"/>
              <p:nvPr/>
            </p:nvSpPr>
            <p:spPr>
              <a:xfrm>
                <a:off x="0" y="-38100"/>
                <a:ext cx="1406314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2" name="Google Shape;202;p6"/>
            <p:cNvSpPr txBox="1"/>
            <p:nvPr/>
          </p:nvSpPr>
          <p:spPr>
            <a:xfrm>
              <a:off x="175614" y="82596"/>
              <a:ext cx="6944202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&lt;meta charset="UTF-8"&gt;</a:t>
              </a:r>
              <a:endParaRPr/>
            </a:p>
          </p:txBody>
        </p:sp>
      </p:grpSp>
      <p:sp>
        <p:nvSpPr>
          <p:cNvPr id="203" name="Google Shape;203;p6"/>
          <p:cNvSpPr txBox="1"/>
          <p:nvPr/>
        </p:nvSpPr>
        <p:spPr>
          <a:xfrm>
            <a:off x="7867316" y="6888628"/>
            <a:ext cx="8100875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Dicionário. Garante que ç e ã funcionem.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993645" y="1353613"/>
            <a:ext cx="10959164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Relembrando...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993645" y="2358189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estrutura fundamental da página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13895665" y="377016"/>
            <a:ext cx="2781300" cy="2781300"/>
          </a:xfrm>
          <a:custGeom>
            <a:rect b="b" l="l" r="r" t="t"/>
            <a:pathLst>
              <a:path extrusionOk="0" h="3708400" w="3708400">
                <a:moveTo>
                  <a:pt x="0" y="0"/>
                </a:moveTo>
                <a:lnTo>
                  <a:pt x="3708400" y="0"/>
                </a:lnTo>
                <a:lnTo>
                  <a:pt x="37084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3119335" y="1235014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grpSp>
        <p:nvGrpSpPr>
          <p:cNvPr id="212" name="Google Shape;212;p7"/>
          <p:cNvGrpSpPr/>
          <p:nvPr/>
        </p:nvGrpSpPr>
        <p:grpSpPr>
          <a:xfrm>
            <a:off x="1054398" y="4013442"/>
            <a:ext cx="989411" cy="801998"/>
            <a:chOff x="0" y="-192904"/>
            <a:chExt cx="1319215" cy="1069331"/>
          </a:xfrm>
        </p:grpSpPr>
        <p:grpSp>
          <p:nvGrpSpPr>
            <p:cNvPr id="213" name="Google Shape;213;p7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14" name="Google Shape;214;p7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7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6" name="Google Shape;216;p7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&lt;p&gt;</a:t>
              </a: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1054398" y="3023162"/>
            <a:ext cx="989411" cy="801998"/>
            <a:chOff x="0" y="-192904"/>
            <a:chExt cx="1319215" cy="1069331"/>
          </a:xfrm>
        </p:grpSpPr>
        <p:grpSp>
          <p:nvGrpSpPr>
            <p:cNvPr id="218" name="Google Shape;218;p7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19" name="Google Shape;219;p7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7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" name="Google Shape;221;p7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&lt;h1&gt;</a:t>
              </a:r>
              <a:endParaRPr/>
            </a:p>
          </p:txBody>
        </p:sp>
      </p:grpSp>
      <p:grpSp>
        <p:nvGrpSpPr>
          <p:cNvPr id="222" name="Google Shape;222;p7"/>
          <p:cNvGrpSpPr/>
          <p:nvPr/>
        </p:nvGrpSpPr>
        <p:grpSpPr>
          <a:xfrm>
            <a:off x="2631277" y="3023162"/>
            <a:ext cx="989411" cy="801998"/>
            <a:chOff x="0" y="-192904"/>
            <a:chExt cx="1319215" cy="1069331"/>
          </a:xfrm>
        </p:grpSpPr>
        <p:grpSp>
          <p:nvGrpSpPr>
            <p:cNvPr id="223" name="Google Shape;223;p7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6" name="Google Shape;226;p7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&lt;h6&gt;</a:t>
              </a:r>
              <a:endParaRPr/>
            </a:p>
          </p:txBody>
        </p:sp>
      </p:grpSp>
      <p:sp>
        <p:nvSpPr>
          <p:cNvPr id="227" name="Google Shape;227;p7"/>
          <p:cNvSpPr/>
          <p:nvPr/>
        </p:nvSpPr>
        <p:spPr>
          <a:xfrm>
            <a:off x="1054398" y="5434565"/>
            <a:ext cx="13596346" cy="2247330"/>
          </a:xfrm>
          <a:custGeom>
            <a:rect b="b" l="l" r="r" t="t"/>
            <a:pathLst>
              <a:path extrusionOk="0" h="2247330" w="13596346">
                <a:moveTo>
                  <a:pt x="0" y="0"/>
                </a:moveTo>
                <a:lnTo>
                  <a:pt x="13596346" y="0"/>
                </a:lnTo>
                <a:lnTo>
                  <a:pt x="13596346" y="2247330"/>
                </a:lnTo>
                <a:lnTo>
                  <a:pt x="0" y="2247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8233" l="-7798" r="-8047" t="-78673"/>
            </a:stretch>
          </a:blipFill>
          <a:ln>
            <a:noFill/>
          </a:ln>
        </p:spPr>
      </p:sp>
      <p:sp>
        <p:nvSpPr>
          <p:cNvPr id="228" name="Google Shape;228;p7"/>
          <p:cNvSpPr txBox="1"/>
          <p:nvPr/>
        </p:nvSpPr>
        <p:spPr>
          <a:xfrm>
            <a:off x="2598100" y="434166"/>
            <a:ext cx="6280430" cy="79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29" name="Google Shape;229;p7"/>
          <p:cNvSpPr txBox="1"/>
          <p:nvPr/>
        </p:nvSpPr>
        <p:spPr>
          <a:xfrm>
            <a:off x="258733" y="1229503"/>
            <a:ext cx="10959164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Relembrando...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2341148" y="4167680"/>
            <a:ext cx="8209973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Blocos de parágrafos de texto.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3800641" y="318109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Títulos com hierarquia de importância. </a:t>
            </a:r>
            <a:endParaRPr/>
          </a:p>
        </p:txBody>
      </p:sp>
      <p:sp>
        <p:nvSpPr>
          <p:cNvPr id="232" name="Google Shape;232;p7"/>
          <p:cNvSpPr txBox="1"/>
          <p:nvPr/>
        </p:nvSpPr>
        <p:spPr>
          <a:xfrm>
            <a:off x="2204755" y="3181094"/>
            <a:ext cx="419042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993645" y="229151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Textos e Títulos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13895665" y="377016"/>
            <a:ext cx="2781300" cy="2781300"/>
          </a:xfrm>
          <a:custGeom>
            <a:rect b="b" l="l" r="r" t="t"/>
            <a:pathLst>
              <a:path extrusionOk="0" h="3708400" w="3708400">
                <a:moveTo>
                  <a:pt x="0" y="0"/>
                </a:moveTo>
                <a:lnTo>
                  <a:pt x="3708400" y="0"/>
                </a:lnTo>
                <a:lnTo>
                  <a:pt x="37084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9" name="Google Shape;239;p8"/>
          <p:cNvSpPr/>
          <p:nvPr/>
        </p:nvSpPr>
        <p:spPr>
          <a:xfrm>
            <a:off x="3119335" y="1235014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grpSp>
        <p:nvGrpSpPr>
          <p:cNvPr id="240" name="Google Shape;240;p8"/>
          <p:cNvGrpSpPr/>
          <p:nvPr/>
        </p:nvGrpSpPr>
        <p:grpSpPr>
          <a:xfrm>
            <a:off x="1054398" y="3023162"/>
            <a:ext cx="989411" cy="801998"/>
            <a:chOff x="0" y="-192904"/>
            <a:chExt cx="1319215" cy="1069331"/>
          </a:xfrm>
        </p:grpSpPr>
        <p:grpSp>
          <p:nvGrpSpPr>
            <p:cNvPr id="241" name="Google Shape;241;p8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42" name="Google Shape;242;p8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8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4" name="Google Shape;244;p8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&lt;ul&gt;</a:t>
              </a:r>
              <a:endParaRPr/>
            </a:p>
          </p:txBody>
        </p:sp>
      </p:grpSp>
      <p:grpSp>
        <p:nvGrpSpPr>
          <p:cNvPr id="245" name="Google Shape;245;p8"/>
          <p:cNvGrpSpPr/>
          <p:nvPr/>
        </p:nvGrpSpPr>
        <p:grpSpPr>
          <a:xfrm>
            <a:off x="2631277" y="3023162"/>
            <a:ext cx="989411" cy="801998"/>
            <a:chOff x="0" y="-192904"/>
            <a:chExt cx="1319215" cy="1069331"/>
          </a:xfrm>
        </p:grpSpPr>
        <p:grpSp>
          <p:nvGrpSpPr>
            <p:cNvPr id="246" name="Google Shape;246;p8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47" name="Google Shape;247;p8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8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9" name="Google Shape;249;p8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&lt;li&gt;</a:t>
              </a:r>
              <a:endParaRPr/>
            </a:p>
          </p:txBody>
        </p:sp>
      </p:grpSp>
      <p:grpSp>
        <p:nvGrpSpPr>
          <p:cNvPr id="250" name="Google Shape;250;p8"/>
          <p:cNvGrpSpPr/>
          <p:nvPr/>
        </p:nvGrpSpPr>
        <p:grpSpPr>
          <a:xfrm>
            <a:off x="1054398" y="3918607"/>
            <a:ext cx="989411" cy="801998"/>
            <a:chOff x="0" y="-192904"/>
            <a:chExt cx="1319215" cy="1069331"/>
          </a:xfrm>
        </p:grpSpPr>
        <p:grpSp>
          <p:nvGrpSpPr>
            <p:cNvPr id="251" name="Google Shape;251;p8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52" name="Google Shape;252;p8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8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" name="Google Shape;254;p8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&lt;ol&gt;</a:t>
              </a:r>
              <a:endParaRPr/>
            </a:p>
          </p:txBody>
        </p:sp>
      </p:grpSp>
      <p:grpSp>
        <p:nvGrpSpPr>
          <p:cNvPr id="255" name="Google Shape;255;p8"/>
          <p:cNvGrpSpPr/>
          <p:nvPr/>
        </p:nvGrpSpPr>
        <p:grpSpPr>
          <a:xfrm>
            <a:off x="2631277" y="3918607"/>
            <a:ext cx="989411" cy="801998"/>
            <a:chOff x="0" y="-192904"/>
            <a:chExt cx="1319215" cy="1069331"/>
          </a:xfrm>
        </p:grpSpPr>
        <p:grpSp>
          <p:nvGrpSpPr>
            <p:cNvPr id="256" name="Google Shape;256;p8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57" name="Google Shape;257;p8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8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8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&lt;li&gt;</a:t>
              </a:r>
              <a:endParaRPr/>
            </a:p>
          </p:txBody>
        </p:sp>
      </p:grpSp>
      <p:sp>
        <p:nvSpPr>
          <p:cNvPr id="260" name="Google Shape;260;p8"/>
          <p:cNvSpPr/>
          <p:nvPr/>
        </p:nvSpPr>
        <p:spPr>
          <a:xfrm>
            <a:off x="1054398" y="5168280"/>
            <a:ext cx="9197254" cy="3532851"/>
          </a:xfrm>
          <a:custGeom>
            <a:rect b="b" l="l" r="r" t="t"/>
            <a:pathLst>
              <a:path extrusionOk="0" h="3532851" w="9197254">
                <a:moveTo>
                  <a:pt x="0" y="0"/>
                </a:moveTo>
                <a:lnTo>
                  <a:pt x="9197253" y="0"/>
                </a:lnTo>
                <a:lnTo>
                  <a:pt x="9197253" y="3532851"/>
                </a:lnTo>
                <a:lnTo>
                  <a:pt x="0" y="3532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5126" l="-13453" r="-13071" t="-62501"/>
            </a:stretch>
          </a:blipFill>
          <a:ln>
            <a:noFill/>
          </a:ln>
        </p:spPr>
      </p:sp>
      <p:sp>
        <p:nvSpPr>
          <p:cNvPr id="261" name="Google Shape;261;p8"/>
          <p:cNvSpPr txBox="1"/>
          <p:nvPr/>
        </p:nvSpPr>
        <p:spPr>
          <a:xfrm>
            <a:off x="2598100" y="434166"/>
            <a:ext cx="6280430" cy="79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62" name="Google Shape;262;p8"/>
          <p:cNvSpPr txBox="1"/>
          <p:nvPr/>
        </p:nvSpPr>
        <p:spPr>
          <a:xfrm>
            <a:off x="258733" y="1353315"/>
            <a:ext cx="10959164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Relembrando...</a:t>
            </a:r>
            <a:endParaRPr/>
          </a:p>
        </p:txBody>
      </p:sp>
      <p:sp>
        <p:nvSpPr>
          <p:cNvPr id="263" name="Google Shape;263;p8"/>
          <p:cNvSpPr txBox="1"/>
          <p:nvPr/>
        </p:nvSpPr>
        <p:spPr>
          <a:xfrm>
            <a:off x="3800641" y="318109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não ordenada (•)</a:t>
            </a:r>
            <a:endParaRPr/>
          </a:p>
        </p:txBody>
      </p:sp>
      <p:sp>
        <p:nvSpPr>
          <p:cNvPr id="264" name="Google Shape;264;p8"/>
          <p:cNvSpPr txBox="1"/>
          <p:nvPr/>
        </p:nvSpPr>
        <p:spPr>
          <a:xfrm>
            <a:off x="2204755" y="3181094"/>
            <a:ext cx="20568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3800641" y="4076539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ordenada (1.)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2204755" y="4076539"/>
            <a:ext cx="20568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67" name="Google Shape;267;p8"/>
          <p:cNvSpPr txBox="1"/>
          <p:nvPr/>
        </p:nvSpPr>
        <p:spPr>
          <a:xfrm>
            <a:off x="10983050" y="7566581"/>
            <a:ext cx="5356047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restante do conteúdo se encontra no AVA</a:t>
            </a:r>
            <a:endParaRPr/>
          </a:p>
        </p:txBody>
      </p:sp>
      <p:sp>
        <p:nvSpPr>
          <p:cNvPr id="268" name="Google Shape;268;p8"/>
          <p:cNvSpPr txBox="1"/>
          <p:nvPr/>
        </p:nvSpPr>
        <p:spPr>
          <a:xfrm>
            <a:off x="993645" y="229151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13895665" y="377016"/>
            <a:ext cx="2781300" cy="2781300"/>
          </a:xfrm>
          <a:custGeom>
            <a:rect b="b" l="l" r="r" t="t"/>
            <a:pathLst>
              <a:path extrusionOk="0" h="3708400" w="3708400">
                <a:moveTo>
                  <a:pt x="0" y="0"/>
                </a:moveTo>
                <a:lnTo>
                  <a:pt x="3708400" y="0"/>
                </a:lnTo>
                <a:lnTo>
                  <a:pt x="3708400" y="3708400"/>
                </a:lnTo>
                <a:lnTo>
                  <a:pt x="0" y="3708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9"/>
          <p:cNvSpPr/>
          <p:nvPr/>
        </p:nvSpPr>
        <p:spPr>
          <a:xfrm>
            <a:off x="3119335" y="1235014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grpSp>
        <p:nvGrpSpPr>
          <p:cNvPr id="275" name="Google Shape;275;p9"/>
          <p:cNvGrpSpPr/>
          <p:nvPr/>
        </p:nvGrpSpPr>
        <p:grpSpPr>
          <a:xfrm>
            <a:off x="1028700" y="3043258"/>
            <a:ext cx="1709583" cy="801998"/>
            <a:chOff x="0" y="-192904"/>
            <a:chExt cx="2279444" cy="1069331"/>
          </a:xfrm>
        </p:grpSpPr>
        <p:grpSp>
          <p:nvGrpSpPr>
            <p:cNvPr id="276" name="Google Shape;276;p9"/>
            <p:cNvGrpSpPr/>
            <p:nvPr/>
          </p:nvGrpSpPr>
          <p:grpSpPr>
            <a:xfrm>
              <a:off x="0" y="-192904"/>
              <a:ext cx="2279444" cy="1069331"/>
              <a:chOff x="0" y="-38100"/>
              <a:chExt cx="450238" cy="211201"/>
            </a:xfrm>
          </p:grpSpPr>
          <p:sp>
            <p:nvSpPr>
              <p:cNvPr id="277" name="Google Shape;277;p9"/>
              <p:cNvSpPr/>
              <p:nvPr/>
            </p:nvSpPr>
            <p:spPr>
              <a:xfrm>
                <a:off x="0" y="0"/>
                <a:ext cx="450238" cy="173101"/>
              </a:xfrm>
              <a:custGeom>
                <a:rect b="b" l="l" r="r" t="t"/>
                <a:pathLst>
                  <a:path extrusionOk="0" h="173101" w="450238">
                    <a:moveTo>
                      <a:pt x="450238" y="22643"/>
                    </a:moveTo>
                    <a:lnTo>
                      <a:pt x="450238" y="150458"/>
                    </a:lnTo>
                    <a:cubicBezTo>
                      <a:pt x="450238" y="162964"/>
                      <a:pt x="440101" y="173101"/>
                      <a:pt x="427596" y="173101"/>
                    </a:cubicBezTo>
                    <a:lnTo>
                      <a:pt x="22643" y="173101"/>
                    </a:lnTo>
                    <a:cubicBezTo>
                      <a:pt x="10137" y="173101"/>
                      <a:pt x="0" y="162964"/>
                      <a:pt x="0" y="150458"/>
                    </a:cubicBezTo>
                    <a:lnTo>
                      <a:pt x="0" y="22643"/>
                    </a:lnTo>
                    <a:cubicBezTo>
                      <a:pt x="0" y="10137"/>
                      <a:pt x="10137" y="0"/>
                      <a:pt x="22643" y="0"/>
                    </a:cubicBezTo>
                    <a:lnTo>
                      <a:pt x="427596" y="0"/>
                    </a:lnTo>
                    <a:cubicBezTo>
                      <a:pt x="440101" y="0"/>
                      <a:pt x="450238" y="10137"/>
                      <a:pt x="450238" y="22643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9"/>
              <p:cNvSpPr txBox="1"/>
              <p:nvPr/>
            </p:nvSpPr>
            <p:spPr>
              <a:xfrm>
                <a:off x="0" y="-38100"/>
                <a:ext cx="450238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" name="Google Shape;279;p9"/>
            <p:cNvSpPr txBox="1"/>
            <p:nvPr/>
          </p:nvSpPr>
          <p:spPr>
            <a:xfrm>
              <a:off x="59651" y="82596"/>
              <a:ext cx="2160143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&lt;table&gt;</a:t>
              </a:r>
              <a:endParaRPr/>
            </a:p>
          </p:txBody>
        </p:sp>
      </p:grpSp>
      <p:grpSp>
        <p:nvGrpSpPr>
          <p:cNvPr id="280" name="Google Shape;280;p9"/>
          <p:cNvGrpSpPr/>
          <p:nvPr/>
        </p:nvGrpSpPr>
        <p:grpSpPr>
          <a:xfrm>
            <a:off x="3280238" y="3043258"/>
            <a:ext cx="989411" cy="801998"/>
            <a:chOff x="0" y="-192904"/>
            <a:chExt cx="1319215" cy="1069331"/>
          </a:xfrm>
        </p:grpSpPr>
        <p:grpSp>
          <p:nvGrpSpPr>
            <p:cNvPr id="281" name="Google Shape;281;p9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82" name="Google Shape;282;p9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9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4" name="Google Shape;284;p9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&lt;tr&gt;</a:t>
              </a:r>
              <a:endParaRPr/>
            </a:p>
          </p:txBody>
        </p:sp>
      </p:grpSp>
      <p:grpSp>
        <p:nvGrpSpPr>
          <p:cNvPr id="285" name="Google Shape;285;p9"/>
          <p:cNvGrpSpPr/>
          <p:nvPr/>
        </p:nvGrpSpPr>
        <p:grpSpPr>
          <a:xfrm>
            <a:off x="4738150" y="3013637"/>
            <a:ext cx="989411" cy="801998"/>
            <a:chOff x="0" y="-192904"/>
            <a:chExt cx="1319215" cy="1069331"/>
          </a:xfrm>
        </p:grpSpPr>
        <p:grpSp>
          <p:nvGrpSpPr>
            <p:cNvPr id="286" name="Google Shape;286;p9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87" name="Google Shape;287;p9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9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9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&lt;th&gt;</a:t>
              </a:r>
              <a:endParaRPr/>
            </a:p>
          </p:txBody>
        </p:sp>
      </p:grpSp>
      <p:grpSp>
        <p:nvGrpSpPr>
          <p:cNvPr id="290" name="Google Shape;290;p9"/>
          <p:cNvGrpSpPr/>
          <p:nvPr/>
        </p:nvGrpSpPr>
        <p:grpSpPr>
          <a:xfrm>
            <a:off x="8782794" y="3013637"/>
            <a:ext cx="989411" cy="801998"/>
            <a:chOff x="0" y="-192904"/>
            <a:chExt cx="1319215" cy="1069331"/>
          </a:xfrm>
        </p:grpSpPr>
        <p:grpSp>
          <p:nvGrpSpPr>
            <p:cNvPr id="291" name="Google Shape;291;p9"/>
            <p:cNvGrpSpPr/>
            <p:nvPr/>
          </p:nvGrpSpPr>
          <p:grpSpPr>
            <a:xfrm>
              <a:off x="0" y="-192904"/>
              <a:ext cx="1319215" cy="1069331"/>
              <a:chOff x="0" y="-38100"/>
              <a:chExt cx="260573" cy="211201"/>
            </a:xfrm>
          </p:grpSpPr>
          <p:sp>
            <p:nvSpPr>
              <p:cNvPr id="292" name="Google Shape;292;p9"/>
              <p:cNvSpPr/>
              <p:nvPr/>
            </p:nvSpPr>
            <p:spPr>
              <a:xfrm>
                <a:off x="0" y="0"/>
                <a:ext cx="260573" cy="173101"/>
              </a:xfrm>
              <a:custGeom>
                <a:rect b="b" l="l" r="r" t="t"/>
                <a:pathLst>
                  <a:path extrusionOk="0" h="173101" w="260573">
                    <a:moveTo>
                      <a:pt x="260573" y="39124"/>
                    </a:moveTo>
                    <a:lnTo>
                      <a:pt x="260573" y="133977"/>
                    </a:lnTo>
                    <a:cubicBezTo>
                      <a:pt x="260573" y="155585"/>
                      <a:pt x="243056" y="173101"/>
                      <a:pt x="221449" y="173101"/>
                    </a:cubicBezTo>
                    <a:lnTo>
                      <a:pt x="39124" y="173101"/>
                    </a:lnTo>
                    <a:cubicBezTo>
                      <a:pt x="17516" y="173101"/>
                      <a:pt x="0" y="155585"/>
                      <a:pt x="0" y="133977"/>
                    </a:cubicBezTo>
                    <a:lnTo>
                      <a:pt x="0" y="39124"/>
                    </a:lnTo>
                    <a:cubicBezTo>
                      <a:pt x="0" y="17516"/>
                      <a:pt x="17516" y="0"/>
                      <a:pt x="39124" y="0"/>
                    </a:cubicBezTo>
                    <a:lnTo>
                      <a:pt x="221449" y="0"/>
                    </a:lnTo>
                    <a:cubicBezTo>
                      <a:pt x="243056" y="0"/>
                      <a:pt x="260573" y="17516"/>
                      <a:pt x="260573" y="39124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9"/>
              <p:cNvSpPr txBox="1"/>
              <p:nvPr/>
            </p:nvSpPr>
            <p:spPr>
              <a:xfrm>
                <a:off x="0" y="-38100"/>
                <a:ext cx="260573" cy="211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" name="Google Shape;294;p9"/>
            <p:cNvSpPr txBox="1"/>
            <p:nvPr/>
          </p:nvSpPr>
          <p:spPr>
            <a:xfrm>
              <a:off x="34522" y="82596"/>
              <a:ext cx="1250170" cy="6540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&lt;td&gt;</a:t>
              </a:r>
              <a:endParaRPr/>
            </a:p>
          </p:txBody>
        </p:sp>
      </p:grpSp>
      <p:sp>
        <p:nvSpPr>
          <p:cNvPr id="295" name="Google Shape;295;p9"/>
          <p:cNvSpPr txBox="1"/>
          <p:nvPr/>
        </p:nvSpPr>
        <p:spPr>
          <a:xfrm>
            <a:off x="2598100" y="434166"/>
            <a:ext cx="6280430" cy="79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296" name="Google Shape;296;p9"/>
          <p:cNvSpPr txBox="1"/>
          <p:nvPr/>
        </p:nvSpPr>
        <p:spPr>
          <a:xfrm>
            <a:off x="258733" y="1353315"/>
            <a:ext cx="10959164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Relembrando...</a:t>
            </a:r>
            <a:endParaRPr/>
          </a:p>
        </p:txBody>
      </p:sp>
      <p:sp>
        <p:nvSpPr>
          <p:cNvPr id="297" name="Google Shape;297;p9"/>
          <p:cNvSpPr txBox="1"/>
          <p:nvPr/>
        </p:nvSpPr>
        <p:spPr>
          <a:xfrm>
            <a:off x="9953180" y="3197496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(dado)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2894604" y="3197496"/>
            <a:ext cx="20568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4380070" y="3197496"/>
            <a:ext cx="20568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300" name="Google Shape;300;p9"/>
          <p:cNvSpPr txBox="1"/>
          <p:nvPr/>
        </p:nvSpPr>
        <p:spPr>
          <a:xfrm>
            <a:off x="8150870" y="3167875"/>
            <a:ext cx="45094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</a:t>
            </a:r>
            <a:endParaRPr/>
          </a:p>
        </p:txBody>
      </p:sp>
      <p:sp>
        <p:nvSpPr>
          <p:cNvPr id="301" name="Google Shape;301;p9"/>
          <p:cNvSpPr txBox="1"/>
          <p:nvPr/>
        </p:nvSpPr>
        <p:spPr>
          <a:xfrm>
            <a:off x="5879961" y="3197496"/>
            <a:ext cx="224171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(cabeçalho)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993645" y="2291514"/>
            <a:ext cx="12902020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Dados em tabela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11410505" y="535670"/>
            <a:ext cx="5950822" cy="9184103"/>
          </a:xfrm>
          <a:custGeom>
            <a:rect b="b" l="l" r="r" t="t"/>
            <a:pathLst>
              <a:path extrusionOk="0" h="9184103" w="5950822">
                <a:moveTo>
                  <a:pt x="0" y="0"/>
                </a:moveTo>
                <a:lnTo>
                  <a:pt x="5950823" y="0"/>
                </a:lnTo>
                <a:lnTo>
                  <a:pt x="5950823" y="9184103"/>
                </a:lnTo>
                <a:lnTo>
                  <a:pt x="0" y="9184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4" name="Google Shape;304;p9"/>
          <p:cNvSpPr txBox="1"/>
          <p:nvPr/>
        </p:nvSpPr>
        <p:spPr>
          <a:xfrm>
            <a:off x="12928" y="4226256"/>
            <a:ext cx="11450773" cy="416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&lt;thead&gt;: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Contém o cabeçalho da tabela (opcional, mas boa prática).</a:t>
            </a:r>
            <a:endParaRPr/>
          </a:p>
          <a:p>
            <a:pPr indent="-431800" lvl="2" marL="1295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&lt;tr&gt; (Table Row):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linha dentro da tabela.</a:t>
            </a:r>
            <a:endParaRPr/>
          </a:p>
          <a:p>
            <a:pPr indent="-485775" lvl="3" marL="19431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￭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&lt;th&gt; (Table Header):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célula de cabeçalho (geralmente em negrito e centralizado por padrão).</a:t>
            </a:r>
            <a:endParaRPr/>
          </a:p>
          <a:p>
            <a:pPr indent="-323850" lvl="1" marL="6477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&lt;tbody&gt;: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Contém o corpo da tabela (os dados).</a:t>
            </a:r>
            <a:endParaRPr/>
          </a:p>
          <a:p>
            <a:pPr indent="-431800" lvl="2" marL="1295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⚬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&lt;tr&gt; (Table Row):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linha dentro da tabela.</a:t>
            </a:r>
            <a:endParaRPr/>
          </a:p>
          <a:p>
            <a:pPr indent="-485775" lvl="3" marL="19431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￭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&lt;td&gt; (Table Data):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Uma célula de dado comum.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0" name="Google Shape;310;p10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11" name="Google Shape;311;p10"/>
          <p:cNvSpPr txBox="1"/>
          <p:nvPr/>
        </p:nvSpPr>
        <p:spPr>
          <a:xfrm>
            <a:off x="671090" y="3367650"/>
            <a:ext cx="14755032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 (Search Engine Optimization)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Otimização para Mecanismos de Busca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 o conjunto de técnicas para fazer seu site aparecer melhor no Google, Bing e outros buscadores quando as pessoas fazem pesquisas</a:t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1028700" y="7699099"/>
            <a:ext cx="13635348" cy="1576231"/>
          </a:xfrm>
          <a:custGeom>
            <a:rect b="b" l="l" r="r" t="t"/>
            <a:pathLst>
              <a:path extrusionOk="0" h="1576231" w="13635348">
                <a:moveTo>
                  <a:pt x="0" y="0"/>
                </a:moveTo>
                <a:lnTo>
                  <a:pt x="13635348" y="0"/>
                </a:lnTo>
                <a:lnTo>
                  <a:pt x="13635348" y="1576231"/>
                </a:lnTo>
                <a:lnTo>
                  <a:pt x="0" y="15762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3" name="Google Shape;313;p10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14" name="Google Shape;314;p10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  <a:endParaRPr/>
          </a:p>
        </p:txBody>
      </p:sp>
      <p:sp>
        <p:nvSpPr>
          <p:cNvPr id="315" name="Google Shape;315;p10"/>
          <p:cNvSpPr txBox="1"/>
          <p:nvPr/>
        </p:nvSpPr>
        <p:spPr>
          <a:xfrm>
            <a:off x="671090" y="5873052"/>
            <a:ext cx="14755032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Meta Description: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Aparece como resumo nos resultados do Google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Influencia se a pessoa vai clicar no seu site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1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11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22" name="Google Shape;322;p11"/>
          <p:cNvSpPr/>
          <p:nvPr/>
        </p:nvSpPr>
        <p:spPr>
          <a:xfrm>
            <a:off x="1028700" y="4671181"/>
            <a:ext cx="12569127" cy="1668842"/>
          </a:xfrm>
          <a:custGeom>
            <a:rect b="b" l="l" r="r" t="t"/>
            <a:pathLst>
              <a:path extrusionOk="0" h="1668842" w="12569127">
                <a:moveTo>
                  <a:pt x="0" y="0"/>
                </a:moveTo>
                <a:lnTo>
                  <a:pt x="12569127" y="0"/>
                </a:lnTo>
                <a:lnTo>
                  <a:pt x="12569127" y="1668842"/>
                </a:lnTo>
                <a:lnTo>
                  <a:pt x="0" y="16688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1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24" name="Google Shape;324;p11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  <a:endParaRPr/>
          </a:p>
        </p:txBody>
      </p:sp>
      <p:sp>
        <p:nvSpPr>
          <p:cNvPr id="325" name="Google Shape;325;p11"/>
          <p:cNvSpPr txBox="1"/>
          <p:nvPr/>
        </p:nvSpPr>
        <p:spPr>
          <a:xfrm>
            <a:off x="713108" y="2532629"/>
            <a:ext cx="14755032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Meta Keywords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 palavras-chave do seu conteúdo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Ajuda buscadores a entender o tema da página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2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32" name="Google Shape;332;p12"/>
          <p:cNvSpPr/>
          <p:nvPr/>
        </p:nvSpPr>
        <p:spPr>
          <a:xfrm>
            <a:off x="1115968" y="5838825"/>
            <a:ext cx="9958180" cy="911504"/>
          </a:xfrm>
          <a:custGeom>
            <a:rect b="b" l="l" r="r" t="t"/>
            <a:pathLst>
              <a:path extrusionOk="0" h="911504" w="9958180">
                <a:moveTo>
                  <a:pt x="0" y="0"/>
                </a:moveTo>
                <a:lnTo>
                  <a:pt x="9958180" y="0"/>
                </a:lnTo>
                <a:lnTo>
                  <a:pt x="9958180" y="911504"/>
                </a:lnTo>
                <a:lnTo>
                  <a:pt x="0" y="9115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12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34" name="Google Shape;334;p12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  <a:endParaRPr/>
          </a:p>
        </p:txBody>
      </p:sp>
      <p:sp>
        <p:nvSpPr>
          <p:cNvPr id="335" name="Google Shape;335;p12"/>
          <p:cNvSpPr txBox="1"/>
          <p:nvPr/>
        </p:nvSpPr>
        <p:spPr>
          <a:xfrm>
            <a:off x="734117" y="2505049"/>
            <a:ext cx="14755032" cy="263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Meta Robots: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Instrui buscadores a indexar a página e seguir links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 = "Google, PODE colocar minha página nos resultados de busca"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 = "Google, PODE seguir os links desta página"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Controla como o Google trata seu site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1" name="Google Shape;341;p13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42" name="Google Shape;342;p13"/>
          <p:cNvSpPr/>
          <p:nvPr/>
        </p:nvSpPr>
        <p:spPr>
          <a:xfrm>
            <a:off x="1028700" y="4777132"/>
            <a:ext cx="12786172" cy="2999639"/>
          </a:xfrm>
          <a:custGeom>
            <a:rect b="b" l="l" r="r" t="t"/>
            <a:pathLst>
              <a:path extrusionOk="0" h="2999639" w="12786172">
                <a:moveTo>
                  <a:pt x="0" y="0"/>
                </a:moveTo>
                <a:lnTo>
                  <a:pt x="12786172" y="0"/>
                </a:lnTo>
                <a:lnTo>
                  <a:pt x="12786172" y="2999639"/>
                </a:lnTo>
                <a:lnTo>
                  <a:pt x="0" y="2999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3" name="Google Shape;343;p13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44" name="Google Shape;344;p13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SEO</a:t>
            </a:r>
            <a:endParaRPr/>
          </a:p>
        </p:txBody>
      </p:sp>
      <p:sp>
        <p:nvSpPr>
          <p:cNvPr id="345" name="Google Shape;345;p13"/>
          <p:cNvSpPr txBox="1"/>
          <p:nvPr/>
        </p:nvSpPr>
        <p:spPr>
          <a:xfrm>
            <a:off x="650081" y="2760761"/>
            <a:ext cx="14755032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Open Graph (Redes Sociais)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Controla como aparece no Facebook, WhatsApp, etc.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que importa: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Deixa o compartilhamento mais bonito e claro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14"/>
          <p:cNvGrpSpPr/>
          <p:nvPr/>
        </p:nvGrpSpPr>
        <p:grpSpPr>
          <a:xfrm>
            <a:off x="827267" y="3174713"/>
            <a:ext cx="12319777" cy="6586315"/>
            <a:chOff x="0" y="-57150"/>
            <a:chExt cx="3244715" cy="1734667"/>
          </a:xfrm>
        </p:grpSpPr>
        <p:sp>
          <p:nvSpPr>
            <p:cNvPr id="351" name="Google Shape;351;p14"/>
            <p:cNvSpPr/>
            <p:nvPr/>
          </p:nvSpPr>
          <p:spPr>
            <a:xfrm>
              <a:off x="0" y="0"/>
              <a:ext cx="3244715" cy="1677517"/>
            </a:xfrm>
            <a:custGeom>
              <a:rect b="b" l="l" r="r" t="t"/>
              <a:pathLst>
                <a:path extrusionOk="0" h="1677517" w="3244715">
                  <a:moveTo>
                    <a:pt x="0" y="0"/>
                  </a:moveTo>
                  <a:lnTo>
                    <a:pt x="3244715" y="0"/>
                  </a:lnTo>
                  <a:lnTo>
                    <a:pt x="3244715" y="1677517"/>
                  </a:lnTo>
                  <a:lnTo>
                    <a:pt x="0" y="1677517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</p:sp>
        <p:sp>
          <p:nvSpPr>
            <p:cNvPr id="352" name="Google Shape;352;p14"/>
            <p:cNvSpPr txBox="1"/>
            <p:nvPr/>
          </p:nvSpPr>
          <p:spPr>
            <a:xfrm>
              <a:off x="0" y="-57150"/>
              <a:ext cx="3244715" cy="1734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14"/>
          <p:cNvGrpSpPr/>
          <p:nvPr/>
        </p:nvGrpSpPr>
        <p:grpSpPr>
          <a:xfrm>
            <a:off x="1040644" y="3168581"/>
            <a:ext cx="11916911" cy="1031442"/>
            <a:chOff x="0" y="-95250"/>
            <a:chExt cx="3138610" cy="271656"/>
          </a:xfrm>
        </p:grpSpPr>
        <p:sp>
          <p:nvSpPr>
            <p:cNvPr id="354" name="Google Shape;354;p14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5" name="Google Shape;355;p14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14"/>
          <p:cNvSpPr txBox="1"/>
          <p:nvPr/>
        </p:nvSpPr>
        <p:spPr>
          <a:xfrm>
            <a:off x="827267" y="1991503"/>
            <a:ext cx="12319777" cy="106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Embora existam inúmeros designs, a estrutura mais comum e fundamental é ilustrada a seguir:</a:t>
            </a:r>
            <a:endParaRPr/>
          </a:p>
        </p:txBody>
      </p:sp>
      <p:grpSp>
        <p:nvGrpSpPr>
          <p:cNvPr id="357" name="Google Shape;357;p14"/>
          <p:cNvGrpSpPr/>
          <p:nvPr/>
        </p:nvGrpSpPr>
        <p:grpSpPr>
          <a:xfrm>
            <a:off x="1040644" y="3952671"/>
            <a:ext cx="11916911" cy="1031442"/>
            <a:chOff x="0" y="-95250"/>
            <a:chExt cx="3138610" cy="271656"/>
          </a:xfrm>
        </p:grpSpPr>
        <p:sp>
          <p:nvSpPr>
            <p:cNvPr id="358" name="Google Shape;358;p14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9" name="Google Shape;359;p14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4"/>
          <p:cNvGrpSpPr/>
          <p:nvPr/>
        </p:nvGrpSpPr>
        <p:grpSpPr>
          <a:xfrm>
            <a:off x="1028700" y="4736761"/>
            <a:ext cx="11928855" cy="4125782"/>
            <a:chOff x="0" y="-95250"/>
            <a:chExt cx="3141756" cy="1086626"/>
          </a:xfrm>
        </p:grpSpPr>
        <p:sp>
          <p:nvSpPr>
            <p:cNvPr id="361" name="Google Shape;361;p14"/>
            <p:cNvSpPr/>
            <p:nvPr/>
          </p:nvSpPr>
          <p:spPr>
            <a:xfrm>
              <a:off x="0" y="0"/>
              <a:ext cx="3141756" cy="991376"/>
            </a:xfrm>
            <a:custGeom>
              <a:rect b="b" l="l" r="r" t="t"/>
              <a:pathLst>
                <a:path extrusionOk="0" h="991376" w="3141756">
                  <a:moveTo>
                    <a:pt x="0" y="0"/>
                  </a:moveTo>
                  <a:lnTo>
                    <a:pt x="3141756" y="0"/>
                  </a:lnTo>
                  <a:lnTo>
                    <a:pt x="3141756" y="991376"/>
                  </a:lnTo>
                  <a:lnTo>
                    <a:pt x="0" y="9913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2" name="Google Shape;362;p14"/>
            <p:cNvSpPr txBox="1"/>
            <p:nvPr/>
          </p:nvSpPr>
          <p:spPr>
            <a:xfrm>
              <a:off x="0" y="-95250"/>
              <a:ext cx="3141756" cy="108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14"/>
          <p:cNvGrpSpPr/>
          <p:nvPr/>
        </p:nvGrpSpPr>
        <p:grpSpPr>
          <a:xfrm>
            <a:off x="1028700" y="8615191"/>
            <a:ext cx="11916911" cy="1031442"/>
            <a:chOff x="0" y="-95250"/>
            <a:chExt cx="3138610" cy="271656"/>
          </a:xfrm>
        </p:grpSpPr>
        <p:sp>
          <p:nvSpPr>
            <p:cNvPr id="364" name="Google Shape;364;p14"/>
            <p:cNvSpPr/>
            <p:nvPr/>
          </p:nvSpPr>
          <p:spPr>
            <a:xfrm>
              <a:off x="0" y="0"/>
              <a:ext cx="3138610" cy="176406"/>
            </a:xfrm>
            <a:custGeom>
              <a:rect b="b" l="l" r="r" t="t"/>
              <a:pathLst>
                <a:path extrusionOk="0" h="176406" w="3138610">
                  <a:moveTo>
                    <a:pt x="0" y="0"/>
                  </a:moveTo>
                  <a:lnTo>
                    <a:pt x="3138610" y="0"/>
                  </a:lnTo>
                  <a:lnTo>
                    <a:pt x="3138610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65" name="Google Shape;365;p14"/>
            <p:cNvSpPr txBox="1"/>
            <p:nvPr/>
          </p:nvSpPr>
          <p:spPr>
            <a:xfrm>
              <a:off x="0" y="-95250"/>
              <a:ext cx="3138610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1028700" y="354602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Cabeçalho</a:t>
            </a:r>
            <a:endParaRPr/>
          </a:p>
        </p:txBody>
      </p:sp>
      <p:sp>
        <p:nvSpPr>
          <p:cNvPr id="367" name="Google Shape;367;p14"/>
          <p:cNvSpPr txBox="1"/>
          <p:nvPr/>
        </p:nvSpPr>
        <p:spPr>
          <a:xfrm>
            <a:off x="1028700" y="433011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Menu de navegação</a:t>
            </a:r>
            <a:endParaRPr/>
          </a:p>
        </p:txBody>
      </p:sp>
      <p:sp>
        <p:nvSpPr>
          <p:cNvPr id="368" name="Google Shape;368;p14"/>
          <p:cNvSpPr txBox="1"/>
          <p:nvPr/>
        </p:nvSpPr>
        <p:spPr>
          <a:xfrm>
            <a:off x="1028700" y="6661378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Conteúdo</a:t>
            </a:r>
            <a:endParaRPr/>
          </a:p>
        </p:txBody>
      </p:sp>
      <p:sp>
        <p:nvSpPr>
          <p:cNvPr id="369" name="Google Shape;369;p14"/>
          <p:cNvSpPr txBox="1"/>
          <p:nvPr/>
        </p:nvSpPr>
        <p:spPr>
          <a:xfrm>
            <a:off x="1028700" y="8995893"/>
            <a:ext cx="119169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13541929" y="5993960"/>
            <a:ext cx="3978397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Vamos aprender a definir cada uma delas com as tags semânticas</a:t>
            </a:r>
            <a:endParaRPr/>
          </a:p>
        </p:txBody>
      </p:sp>
      <p:sp>
        <p:nvSpPr>
          <p:cNvPr id="371" name="Google Shape;371;p14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372" name="Google Shape;372;p14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373" name="Google Shape;373;p14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4" name="Google Shape;374;p14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Relembrando...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"/>
          <p:cNvSpPr/>
          <p:nvPr/>
        </p:nvSpPr>
        <p:spPr>
          <a:xfrm>
            <a:off x="2615773" y="3158315"/>
            <a:ext cx="13056454" cy="6348701"/>
          </a:xfrm>
          <a:custGeom>
            <a:rect b="b" l="l" r="r" t="t"/>
            <a:pathLst>
              <a:path extrusionOk="0" h="6348701" w="13056454">
                <a:moveTo>
                  <a:pt x="0" y="0"/>
                </a:moveTo>
                <a:lnTo>
                  <a:pt x="13056454" y="0"/>
                </a:lnTo>
                <a:lnTo>
                  <a:pt x="13056454" y="6348701"/>
                </a:lnTo>
                <a:lnTo>
                  <a:pt x="0" y="63487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15"/>
          <p:cNvSpPr txBox="1"/>
          <p:nvPr/>
        </p:nvSpPr>
        <p:spPr>
          <a:xfrm>
            <a:off x="792135" y="2355821"/>
            <a:ext cx="7228118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Exemplificando com o site do Spotify:</a:t>
            </a: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82" name="Google Shape;382;p15"/>
          <p:cNvGrpSpPr/>
          <p:nvPr/>
        </p:nvGrpSpPr>
        <p:grpSpPr>
          <a:xfrm>
            <a:off x="9725228" y="1553801"/>
            <a:ext cx="4170437" cy="1152103"/>
            <a:chOff x="0" y="-321322"/>
            <a:chExt cx="5560582" cy="1536136"/>
          </a:xfrm>
        </p:grpSpPr>
        <p:grpSp>
          <p:nvGrpSpPr>
            <p:cNvPr id="383" name="Google Shape;383;p15"/>
            <p:cNvGrpSpPr/>
            <p:nvPr/>
          </p:nvGrpSpPr>
          <p:grpSpPr>
            <a:xfrm>
              <a:off x="0" y="-289322"/>
              <a:ext cx="5560582" cy="1504136"/>
              <a:chOff x="0" y="-57150"/>
              <a:chExt cx="1098387" cy="297113"/>
            </a:xfrm>
          </p:grpSpPr>
          <p:sp>
            <p:nvSpPr>
              <p:cNvPr id="384" name="Google Shape;384;p15"/>
              <p:cNvSpPr/>
              <p:nvPr/>
            </p:nvSpPr>
            <p:spPr>
              <a:xfrm>
                <a:off x="0" y="0"/>
                <a:ext cx="1098387" cy="239963"/>
              </a:xfrm>
              <a:custGeom>
                <a:rect b="b" l="l" r="r" t="t"/>
                <a:pathLst>
                  <a:path extrusionOk="0" h="239963" w="1098387">
                    <a:moveTo>
                      <a:pt x="0" y="0"/>
                    </a:moveTo>
                    <a:lnTo>
                      <a:pt x="1098387" y="0"/>
                    </a:lnTo>
                    <a:lnTo>
                      <a:pt x="1098387" y="239963"/>
                    </a:lnTo>
                    <a:lnTo>
                      <a:pt x="0" y="239963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385" name="Google Shape;385;p15"/>
              <p:cNvSpPr txBox="1"/>
              <p:nvPr/>
            </p:nvSpPr>
            <p:spPr>
              <a:xfrm>
                <a:off x="0" y="-57150"/>
                <a:ext cx="1098387" cy="297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15"/>
            <p:cNvGrpSpPr/>
            <p:nvPr/>
          </p:nvGrpSpPr>
          <p:grpSpPr>
            <a:xfrm>
              <a:off x="125906" y="-321322"/>
              <a:ext cx="5308770" cy="1375256"/>
              <a:chOff x="0" y="-95250"/>
              <a:chExt cx="1048646" cy="271656"/>
            </a:xfrm>
          </p:grpSpPr>
          <p:sp>
            <p:nvSpPr>
              <p:cNvPr id="387" name="Google Shape;387;p15"/>
              <p:cNvSpPr/>
              <p:nvPr/>
            </p:nvSpPr>
            <p:spPr>
              <a:xfrm>
                <a:off x="0" y="0"/>
                <a:ext cx="1048646" cy="176406"/>
              </a:xfrm>
              <a:custGeom>
                <a:rect b="b" l="l" r="r" t="t"/>
                <a:pathLst>
                  <a:path extrusionOk="0" h="176406" w="1048646">
                    <a:moveTo>
                      <a:pt x="0" y="0"/>
                    </a:moveTo>
                    <a:lnTo>
                      <a:pt x="1048646" y="0"/>
                    </a:lnTo>
                    <a:lnTo>
                      <a:pt x="1048646" y="176406"/>
                    </a:lnTo>
                    <a:lnTo>
                      <a:pt x="0" y="1764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88" name="Google Shape;388;p15"/>
              <p:cNvSpPr txBox="1"/>
              <p:nvPr/>
            </p:nvSpPr>
            <p:spPr>
              <a:xfrm>
                <a:off x="0" y="-95250"/>
                <a:ext cx="1048646" cy="271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9" name="Google Shape;389;p15"/>
            <p:cNvSpPr txBox="1"/>
            <p:nvPr/>
          </p:nvSpPr>
          <p:spPr>
            <a:xfrm>
              <a:off x="125906" y="218030"/>
              <a:ext cx="5308770" cy="69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Menu de navegação</a:t>
              </a:r>
              <a:endParaRPr/>
            </a:p>
          </p:txBody>
        </p:sp>
      </p:grpSp>
      <p:grpSp>
        <p:nvGrpSpPr>
          <p:cNvPr id="390" name="Google Shape;390;p15"/>
          <p:cNvGrpSpPr/>
          <p:nvPr/>
        </p:nvGrpSpPr>
        <p:grpSpPr>
          <a:xfrm>
            <a:off x="9377512" y="2941324"/>
            <a:ext cx="5020566" cy="807028"/>
            <a:chOff x="0" y="-57150"/>
            <a:chExt cx="1322289" cy="212551"/>
          </a:xfrm>
        </p:grpSpPr>
        <p:sp>
          <p:nvSpPr>
            <p:cNvPr id="391" name="Google Shape;391;p15"/>
            <p:cNvSpPr/>
            <p:nvPr/>
          </p:nvSpPr>
          <p:spPr>
            <a:xfrm>
              <a:off x="0" y="0"/>
              <a:ext cx="1322289" cy="155401"/>
            </a:xfrm>
            <a:custGeom>
              <a:rect b="b" l="l" r="r" t="t"/>
              <a:pathLst>
                <a:path extrusionOk="0" h="155401" w="1322289">
                  <a:moveTo>
                    <a:pt x="0" y="0"/>
                  </a:moveTo>
                  <a:lnTo>
                    <a:pt x="1322289" y="0"/>
                  </a:lnTo>
                  <a:lnTo>
                    <a:pt x="1322289" y="155401"/>
                  </a:lnTo>
                  <a:lnTo>
                    <a:pt x="0" y="1554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92" name="Google Shape;392;p15"/>
            <p:cNvSpPr txBox="1"/>
            <p:nvPr/>
          </p:nvSpPr>
          <p:spPr>
            <a:xfrm>
              <a:off x="0" y="-57150"/>
              <a:ext cx="1322289" cy="21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93" name="Google Shape;393;p15"/>
          <p:cNvCxnSpPr/>
          <p:nvPr/>
        </p:nvCxnSpPr>
        <p:spPr>
          <a:xfrm>
            <a:off x="11349449" y="2705904"/>
            <a:ext cx="828018" cy="379413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94" name="Google Shape;394;p15"/>
          <p:cNvGrpSpPr/>
          <p:nvPr/>
        </p:nvGrpSpPr>
        <p:grpSpPr>
          <a:xfrm>
            <a:off x="535819" y="4220837"/>
            <a:ext cx="2564465" cy="1152103"/>
            <a:chOff x="0" y="-321322"/>
            <a:chExt cx="3419287" cy="1536136"/>
          </a:xfrm>
        </p:grpSpPr>
        <p:grpSp>
          <p:nvGrpSpPr>
            <p:cNvPr id="395" name="Google Shape;395;p15"/>
            <p:cNvGrpSpPr/>
            <p:nvPr/>
          </p:nvGrpSpPr>
          <p:grpSpPr>
            <a:xfrm>
              <a:off x="0" y="-289322"/>
              <a:ext cx="3419287" cy="1504136"/>
              <a:chOff x="0" y="-57150"/>
              <a:chExt cx="675415" cy="297113"/>
            </a:xfrm>
          </p:grpSpPr>
          <p:sp>
            <p:nvSpPr>
              <p:cNvPr id="396" name="Google Shape;396;p15"/>
              <p:cNvSpPr/>
              <p:nvPr/>
            </p:nvSpPr>
            <p:spPr>
              <a:xfrm>
                <a:off x="0" y="0"/>
                <a:ext cx="675415" cy="239963"/>
              </a:xfrm>
              <a:custGeom>
                <a:rect b="b" l="l" r="r" t="t"/>
                <a:pathLst>
                  <a:path extrusionOk="0" h="239963" w="675415">
                    <a:moveTo>
                      <a:pt x="0" y="0"/>
                    </a:moveTo>
                    <a:lnTo>
                      <a:pt x="675415" y="0"/>
                    </a:lnTo>
                    <a:lnTo>
                      <a:pt x="675415" y="239963"/>
                    </a:lnTo>
                    <a:lnTo>
                      <a:pt x="0" y="239963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397" name="Google Shape;397;p15"/>
              <p:cNvSpPr txBox="1"/>
              <p:nvPr/>
            </p:nvSpPr>
            <p:spPr>
              <a:xfrm>
                <a:off x="0" y="-57150"/>
                <a:ext cx="675415" cy="297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8" name="Google Shape;398;p15"/>
            <p:cNvGrpSpPr/>
            <p:nvPr/>
          </p:nvGrpSpPr>
          <p:grpSpPr>
            <a:xfrm>
              <a:off x="77421" y="-321322"/>
              <a:ext cx="3264444" cy="1375256"/>
              <a:chOff x="0" y="-95250"/>
              <a:chExt cx="644828" cy="271656"/>
            </a:xfrm>
          </p:grpSpPr>
          <p:sp>
            <p:nvSpPr>
              <p:cNvPr id="399" name="Google Shape;399;p15"/>
              <p:cNvSpPr/>
              <p:nvPr/>
            </p:nvSpPr>
            <p:spPr>
              <a:xfrm>
                <a:off x="0" y="0"/>
                <a:ext cx="644828" cy="176406"/>
              </a:xfrm>
              <a:custGeom>
                <a:rect b="b" l="l" r="r" t="t"/>
                <a:pathLst>
                  <a:path extrusionOk="0" h="176406" w="644828">
                    <a:moveTo>
                      <a:pt x="0" y="0"/>
                    </a:moveTo>
                    <a:lnTo>
                      <a:pt x="644828" y="0"/>
                    </a:lnTo>
                    <a:lnTo>
                      <a:pt x="644828" y="176406"/>
                    </a:lnTo>
                    <a:lnTo>
                      <a:pt x="0" y="17640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0" name="Google Shape;400;p15"/>
              <p:cNvSpPr txBox="1"/>
              <p:nvPr/>
            </p:nvSpPr>
            <p:spPr>
              <a:xfrm>
                <a:off x="0" y="-95250"/>
                <a:ext cx="644828" cy="271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01" name="Google Shape;401;p15"/>
            <p:cNvSpPr txBox="1"/>
            <p:nvPr/>
          </p:nvSpPr>
          <p:spPr>
            <a:xfrm>
              <a:off x="77421" y="218030"/>
              <a:ext cx="3264444" cy="692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Cabeçalho</a:t>
              </a:r>
              <a:endParaRPr/>
            </a:p>
          </p:txBody>
        </p:sp>
      </p:grpSp>
      <p:cxnSp>
        <p:nvCxnSpPr>
          <p:cNvPr id="402" name="Google Shape;402;p15"/>
          <p:cNvCxnSpPr/>
          <p:nvPr/>
        </p:nvCxnSpPr>
        <p:spPr>
          <a:xfrm flipH="1" rot="10800000">
            <a:off x="1818052" y="3453334"/>
            <a:ext cx="1306224" cy="1008496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403" name="Google Shape;403;p15"/>
          <p:cNvGrpSpPr/>
          <p:nvPr/>
        </p:nvGrpSpPr>
        <p:grpSpPr>
          <a:xfrm>
            <a:off x="3124276" y="2941324"/>
            <a:ext cx="5020566" cy="807028"/>
            <a:chOff x="0" y="-57150"/>
            <a:chExt cx="1322289" cy="212551"/>
          </a:xfrm>
        </p:grpSpPr>
        <p:sp>
          <p:nvSpPr>
            <p:cNvPr id="404" name="Google Shape;404;p15"/>
            <p:cNvSpPr/>
            <p:nvPr/>
          </p:nvSpPr>
          <p:spPr>
            <a:xfrm>
              <a:off x="0" y="0"/>
              <a:ext cx="1322289" cy="155401"/>
            </a:xfrm>
            <a:custGeom>
              <a:rect b="b" l="l" r="r" t="t"/>
              <a:pathLst>
                <a:path extrusionOk="0" h="155401" w="1322289">
                  <a:moveTo>
                    <a:pt x="0" y="0"/>
                  </a:moveTo>
                  <a:lnTo>
                    <a:pt x="1322289" y="0"/>
                  </a:lnTo>
                  <a:lnTo>
                    <a:pt x="1322289" y="155401"/>
                  </a:lnTo>
                  <a:lnTo>
                    <a:pt x="0" y="1554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5" name="Google Shape;405;p15"/>
            <p:cNvSpPr txBox="1"/>
            <p:nvPr/>
          </p:nvSpPr>
          <p:spPr>
            <a:xfrm>
              <a:off x="0" y="-57150"/>
              <a:ext cx="1322289" cy="212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5"/>
          <p:cNvGrpSpPr/>
          <p:nvPr/>
        </p:nvGrpSpPr>
        <p:grpSpPr>
          <a:xfrm>
            <a:off x="2747436" y="3598036"/>
            <a:ext cx="12794374" cy="5660264"/>
            <a:chOff x="0" y="-57150"/>
            <a:chExt cx="3369712" cy="1490769"/>
          </a:xfrm>
        </p:grpSpPr>
        <p:sp>
          <p:nvSpPr>
            <p:cNvPr id="407" name="Google Shape;407;p15"/>
            <p:cNvSpPr/>
            <p:nvPr/>
          </p:nvSpPr>
          <p:spPr>
            <a:xfrm>
              <a:off x="0" y="0"/>
              <a:ext cx="3369712" cy="1433619"/>
            </a:xfrm>
            <a:custGeom>
              <a:rect b="b" l="l" r="r" t="t"/>
              <a:pathLst>
                <a:path extrusionOk="0" h="1433619" w="3369712">
                  <a:moveTo>
                    <a:pt x="0" y="0"/>
                  </a:moveTo>
                  <a:lnTo>
                    <a:pt x="3369712" y="0"/>
                  </a:lnTo>
                  <a:lnTo>
                    <a:pt x="3369712" y="1433619"/>
                  </a:lnTo>
                  <a:lnTo>
                    <a:pt x="0" y="14336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408" name="Google Shape;408;p15"/>
            <p:cNvSpPr txBox="1"/>
            <p:nvPr/>
          </p:nvSpPr>
          <p:spPr>
            <a:xfrm>
              <a:off x="0" y="-57150"/>
              <a:ext cx="3369712" cy="1490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15"/>
          <p:cNvGrpSpPr/>
          <p:nvPr/>
        </p:nvGrpSpPr>
        <p:grpSpPr>
          <a:xfrm>
            <a:off x="15286314" y="4642263"/>
            <a:ext cx="2564465" cy="3240186"/>
            <a:chOff x="0" y="-321323"/>
            <a:chExt cx="3419287" cy="4320248"/>
          </a:xfrm>
        </p:grpSpPr>
        <p:grpSp>
          <p:nvGrpSpPr>
            <p:cNvPr id="410" name="Google Shape;410;p15"/>
            <p:cNvGrpSpPr/>
            <p:nvPr/>
          </p:nvGrpSpPr>
          <p:grpSpPr>
            <a:xfrm>
              <a:off x="0" y="-289322"/>
              <a:ext cx="3419287" cy="4288247"/>
              <a:chOff x="0" y="-57150"/>
              <a:chExt cx="675415" cy="847061"/>
            </a:xfrm>
          </p:grpSpPr>
          <p:sp>
            <p:nvSpPr>
              <p:cNvPr id="411" name="Google Shape;411;p15"/>
              <p:cNvSpPr/>
              <p:nvPr/>
            </p:nvSpPr>
            <p:spPr>
              <a:xfrm>
                <a:off x="0" y="0"/>
                <a:ext cx="675415" cy="789911"/>
              </a:xfrm>
              <a:custGeom>
                <a:rect b="b" l="l" r="r" t="t"/>
                <a:pathLst>
                  <a:path extrusionOk="0" h="789911" w="675415">
                    <a:moveTo>
                      <a:pt x="0" y="0"/>
                    </a:moveTo>
                    <a:lnTo>
                      <a:pt x="675415" y="0"/>
                    </a:lnTo>
                    <a:lnTo>
                      <a:pt x="675415" y="789911"/>
                    </a:lnTo>
                    <a:lnTo>
                      <a:pt x="0" y="789911"/>
                    </a:lnTo>
                    <a:close/>
                  </a:path>
                </a:pathLst>
              </a:custGeom>
              <a:solidFill>
                <a:srgbClr val="A6A6A6"/>
              </a:solidFill>
              <a:ln>
                <a:noFill/>
              </a:ln>
            </p:spPr>
          </p:sp>
          <p:sp>
            <p:nvSpPr>
              <p:cNvPr id="412" name="Google Shape;412;p15"/>
              <p:cNvSpPr txBox="1"/>
              <p:nvPr/>
            </p:nvSpPr>
            <p:spPr>
              <a:xfrm>
                <a:off x="0" y="-57150"/>
                <a:ext cx="675415" cy="8470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072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3" name="Google Shape;413;p15"/>
            <p:cNvGrpSpPr/>
            <p:nvPr/>
          </p:nvGrpSpPr>
          <p:grpSpPr>
            <a:xfrm>
              <a:off x="77421" y="-321323"/>
              <a:ext cx="3264444" cy="4186417"/>
              <a:chOff x="0" y="-95250"/>
              <a:chExt cx="644828" cy="826947"/>
            </a:xfrm>
          </p:grpSpPr>
          <p:sp>
            <p:nvSpPr>
              <p:cNvPr id="414" name="Google Shape;414;p15"/>
              <p:cNvSpPr/>
              <p:nvPr/>
            </p:nvSpPr>
            <p:spPr>
              <a:xfrm>
                <a:off x="0" y="0"/>
                <a:ext cx="644828" cy="731697"/>
              </a:xfrm>
              <a:custGeom>
                <a:rect b="b" l="l" r="r" t="t"/>
                <a:pathLst>
                  <a:path extrusionOk="0" h="731697" w="644828">
                    <a:moveTo>
                      <a:pt x="0" y="0"/>
                    </a:moveTo>
                    <a:lnTo>
                      <a:pt x="644828" y="0"/>
                    </a:lnTo>
                    <a:lnTo>
                      <a:pt x="644828" y="731697"/>
                    </a:lnTo>
                    <a:lnTo>
                      <a:pt x="0" y="73169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5" name="Google Shape;415;p15"/>
              <p:cNvSpPr txBox="1"/>
              <p:nvPr/>
            </p:nvSpPr>
            <p:spPr>
              <a:xfrm>
                <a:off x="0" y="-95250"/>
                <a:ext cx="644828" cy="8269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22277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6" name="Google Shape;416;p15"/>
            <p:cNvSpPr txBox="1"/>
            <p:nvPr/>
          </p:nvSpPr>
          <p:spPr>
            <a:xfrm>
              <a:off x="77421" y="218030"/>
              <a:ext cx="3264444" cy="3486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8" u="none" cap="none" strike="noStrike">
                  <a:solidFill>
                    <a:srgbClr val="E30613"/>
                  </a:solidFill>
                  <a:latin typeface="Arial"/>
                  <a:ea typeface="Arial"/>
                  <a:cs typeface="Arial"/>
                  <a:sym typeface="Arial"/>
                </a:rPr>
                <a:t>Conteúdo (para ver tudo tem que rolar a página)</a:t>
              </a:r>
              <a:endParaRPr/>
            </a:p>
          </p:txBody>
        </p:sp>
      </p:grpSp>
      <p:cxnSp>
        <p:nvCxnSpPr>
          <p:cNvPr id="417" name="Google Shape;417;p15"/>
          <p:cNvCxnSpPr/>
          <p:nvPr/>
        </p:nvCxnSpPr>
        <p:spPr>
          <a:xfrm flipH="1">
            <a:off x="14061593" y="6586677"/>
            <a:ext cx="1156494" cy="582088"/>
          </a:xfrm>
          <a:prstGeom prst="straightConnector1">
            <a:avLst/>
          </a:prstGeom>
          <a:noFill/>
          <a:ln cap="flat" cmpd="sng" w="57150">
            <a:solidFill>
              <a:srgbClr val="E3061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15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19" name="Google Shape;419;p15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420" name="Google Shape;420;p15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Relembrando...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6"/>
          <p:cNvSpPr txBox="1"/>
          <p:nvPr/>
        </p:nvSpPr>
        <p:spPr>
          <a:xfrm>
            <a:off x="1028700" y="2481298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Barra de navegação com </a:t>
            </a:r>
            <a:endParaRPr/>
          </a:p>
        </p:txBody>
      </p:sp>
      <p:grpSp>
        <p:nvGrpSpPr>
          <p:cNvPr id="426" name="Google Shape;426;p16"/>
          <p:cNvGrpSpPr/>
          <p:nvPr/>
        </p:nvGrpSpPr>
        <p:grpSpPr>
          <a:xfrm>
            <a:off x="5817413" y="2294162"/>
            <a:ext cx="1371176" cy="782100"/>
            <a:chOff x="0" y="-307164"/>
            <a:chExt cx="1828235" cy="1042800"/>
          </a:xfrm>
        </p:grpSpPr>
        <p:grpSp>
          <p:nvGrpSpPr>
            <p:cNvPr id="427" name="Google Shape;427;p16"/>
            <p:cNvGrpSpPr/>
            <p:nvPr/>
          </p:nvGrpSpPr>
          <p:grpSpPr>
            <a:xfrm>
              <a:off x="0" y="-307164"/>
              <a:ext cx="1828235" cy="1042800"/>
              <a:chOff x="0" y="-57150"/>
              <a:chExt cx="340178" cy="194020"/>
            </a:xfrm>
          </p:grpSpPr>
          <p:sp>
            <p:nvSpPr>
              <p:cNvPr id="428" name="Google Shape;428;p16"/>
              <p:cNvSpPr/>
              <p:nvPr/>
            </p:nvSpPr>
            <p:spPr>
              <a:xfrm>
                <a:off x="0" y="0"/>
                <a:ext cx="340178" cy="136870"/>
              </a:xfrm>
              <a:custGeom>
                <a:rect b="b" l="l" r="r" t="t"/>
                <a:pathLst>
                  <a:path extrusionOk="0" h="136870" w="340178">
                    <a:moveTo>
                      <a:pt x="340178" y="28231"/>
                    </a:moveTo>
                    <a:lnTo>
                      <a:pt x="340178" y="108639"/>
                    </a:lnTo>
                    <a:cubicBezTo>
                      <a:pt x="340178" y="124230"/>
                      <a:pt x="327538" y="136870"/>
                      <a:pt x="311947" y="136870"/>
                    </a:cubicBezTo>
                    <a:lnTo>
                      <a:pt x="28231" y="136870"/>
                    </a:lnTo>
                    <a:cubicBezTo>
                      <a:pt x="12639" y="136870"/>
                      <a:pt x="0" y="124230"/>
                      <a:pt x="0" y="108639"/>
                    </a:cubicBezTo>
                    <a:lnTo>
                      <a:pt x="0" y="28231"/>
                    </a:lnTo>
                    <a:cubicBezTo>
                      <a:pt x="0" y="12639"/>
                      <a:pt x="12639" y="0"/>
                      <a:pt x="28231" y="0"/>
                    </a:cubicBezTo>
                    <a:lnTo>
                      <a:pt x="311947" y="0"/>
                    </a:lnTo>
                    <a:cubicBezTo>
                      <a:pt x="327538" y="0"/>
                      <a:pt x="340178" y="12639"/>
                      <a:pt x="340178" y="28231"/>
                    </a:cubicBezTo>
                    <a:close/>
                  </a:path>
                </a:pathLst>
              </a:custGeom>
              <a:solidFill>
                <a:srgbClr val="CFC9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6"/>
              <p:cNvSpPr txBox="1"/>
              <p:nvPr/>
            </p:nvSpPr>
            <p:spPr>
              <a:xfrm>
                <a:off x="0" y="-57150"/>
                <a:ext cx="340178" cy="1940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3925" lIns="53925" spcFirstLastPara="1" rIns="53925" wrap="square" tIns="53925">
                <a:noAutofit/>
              </a:bodyPr>
              <a:lstStyle/>
              <a:p>
                <a:pPr indent="0" lvl="0" marL="0" marR="0" rtl="0" algn="ctr">
                  <a:lnSpc>
                    <a:spcPct val="2333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0" name="Google Shape;430;p16"/>
            <p:cNvSpPr txBox="1"/>
            <p:nvPr/>
          </p:nvSpPr>
          <p:spPr>
            <a:xfrm>
              <a:off x="47843" y="-3657"/>
              <a:ext cx="1732549" cy="67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E30613"/>
                  </a:solidFill>
                  <a:latin typeface="Fira Code"/>
                  <a:ea typeface="Fira Code"/>
                  <a:cs typeface="Fira Code"/>
                  <a:sym typeface="Fira Code"/>
                </a:rPr>
                <a:t>&lt;nav&gt;</a:t>
              </a:r>
              <a:endParaRPr/>
            </a:p>
          </p:txBody>
        </p:sp>
      </p:grpSp>
      <p:sp>
        <p:nvSpPr>
          <p:cNvPr id="431" name="Google Shape;431;p16"/>
          <p:cNvSpPr/>
          <p:nvPr/>
        </p:nvSpPr>
        <p:spPr>
          <a:xfrm>
            <a:off x="1648793" y="5430278"/>
            <a:ext cx="7298637" cy="3077922"/>
          </a:xfrm>
          <a:custGeom>
            <a:rect b="b" l="l" r="r" t="t"/>
            <a:pathLst>
              <a:path extrusionOk="0" h="3077922" w="7298637">
                <a:moveTo>
                  <a:pt x="0" y="0"/>
                </a:moveTo>
                <a:lnTo>
                  <a:pt x="7298637" y="0"/>
                </a:lnTo>
                <a:lnTo>
                  <a:pt x="7298637" y="3077922"/>
                </a:lnTo>
                <a:lnTo>
                  <a:pt x="0" y="30779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2" name="Google Shape;432;p16"/>
          <p:cNvSpPr txBox="1"/>
          <p:nvPr/>
        </p:nvSpPr>
        <p:spPr>
          <a:xfrm>
            <a:off x="1028700" y="3500376"/>
            <a:ext cx="1357853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barra de navegação é o "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guia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 do seu site. 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tag semântica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indica claramente que o conteúdo dentro dela é um bloco de links de navegação.</a:t>
            </a:r>
            <a:endParaRPr/>
          </a:p>
        </p:txBody>
      </p:sp>
      <p:sp>
        <p:nvSpPr>
          <p:cNvPr id="433" name="Google Shape;433;p16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34" name="Google Shape;434;p16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435" name="Google Shape;435;p16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p16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Relembrando...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7"/>
          <p:cNvSpPr txBox="1"/>
          <p:nvPr/>
        </p:nvSpPr>
        <p:spPr>
          <a:xfrm>
            <a:off x="1028700" y="2418527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Tags semânticas principais para layout</a:t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3" name="Google Shape;443;p17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44" name="Google Shape;444;p17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445" name="Google Shape;445;p17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Relembrando...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1028700" y="3492127"/>
            <a:ext cx="14734023" cy="4733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Cabeçalho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 página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r>
              <a:rPr b="0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Conteúdo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principal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Representa um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conteúdo independente e completo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poderia ser distribuído ou reutilizado (como um artigo de blog)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r>
              <a:rPr b="0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Informações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relacionadas mas não essenciais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ao conteúdo principal (contatos de emergência, dicas rápidas, links úteis)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&lt;aside&gt;</a:t>
            </a:r>
            <a:r>
              <a:rPr b="0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Contém informações relacionadas mas não essenciais ao conteúdo principal (contatos de emergência, dicas rápidas, links úteis)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&lt;footer&gt; 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Rodapé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8"/>
          <p:cNvSpPr txBox="1"/>
          <p:nvPr/>
        </p:nvSpPr>
        <p:spPr>
          <a:xfrm>
            <a:off x="1028700" y="2210578"/>
            <a:ext cx="12319777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Resumindo. . .</a:t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53" name="Google Shape;453;p18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p18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Tags semânticas e Layouts</a:t>
            </a:r>
            <a:endParaRPr/>
          </a:p>
        </p:txBody>
      </p:sp>
      <p:grpSp>
        <p:nvGrpSpPr>
          <p:cNvPr id="456" name="Google Shape;456;p18"/>
          <p:cNvGrpSpPr/>
          <p:nvPr/>
        </p:nvGrpSpPr>
        <p:grpSpPr>
          <a:xfrm>
            <a:off x="4382048" y="2393880"/>
            <a:ext cx="7058632" cy="7157089"/>
            <a:chOff x="0" y="-57150"/>
            <a:chExt cx="1859063" cy="1884995"/>
          </a:xfrm>
        </p:grpSpPr>
        <p:sp>
          <p:nvSpPr>
            <p:cNvPr id="457" name="Google Shape;457;p18"/>
            <p:cNvSpPr/>
            <p:nvPr/>
          </p:nvSpPr>
          <p:spPr>
            <a:xfrm>
              <a:off x="0" y="0"/>
              <a:ext cx="1859063" cy="1827845"/>
            </a:xfrm>
            <a:custGeom>
              <a:rect b="b" l="l" r="r" t="t"/>
              <a:pathLst>
                <a:path extrusionOk="0" h="1827845" w="1859063">
                  <a:moveTo>
                    <a:pt x="0" y="0"/>
                  </a:moveTo>
                  <a:lnTo>
                    <a:pt x="1859063" y="0"/>
                  </a:lnTo>
                  <a:lnTo>
                    <a:pt x="1859063" y="1827845"/>
                  </a:lnTo>
                  <a:lnTo>
                    <a:pt x="0" y="1827845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</p:sp>
        <p:sp>
          <p:nvSpPr>
            <p:cNvPr id="458" name="Google Shape;458;p18"/>
            <p:cNvSpPr txBox="1"/>
            <p:nvPr/>
          </p:nvSpPr>
          <p:spPr>
            <a:xfrm>
              <a:off x="0" y="-57150"/>
              <a:ext cx="1859063" cy="18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18"/>
          <p:cNvGrpSpPr/>
          <p:nvPr/>
        </p:nvGrpSpPr>
        <p:grpSpPr>
          <a:xfrm>
            <a:off x="4504303" y="2903289"/>
            <a:ext cx="6827809" cy="1031442"/>
            <a:chOff x="0" y="-95250"/>
            <a:chExt cx="1798271" cy="271656"/>
          </a:xfrm>
        </p:grpSpPr>
        <p:sp>
          <p:nvSpPr>
            <p:cNvPr id="460" name="Google Shape;460;p18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BD59"/>
            </a:solidFill>
            <a:ln>
              <a:noFill/>
            </a:ln>
          </p:spPr>
        </p:sp>
        <p:sp>
          <p:nvSpPr>
            <p:cNvPr id="461" name="Google Shape;461;p18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2" name="Google Shape;462;p18"/>
          <p:cNvGrpSpPr/>
          <p:nvPr/>
        </p:nvGrpSpPr>
        <p:grpSpPr>
          <a:xfrm>
            <a:off x="4504303" y="3687379"/>
            <a:ext cx="6827809" cy="1031442"/>
            <a:chOff x="0" y="-95250"/>
            <a:chExt cx="1798271" cy="271656"/>
          </a:xfrm>
        </p:grpSpPr>
        <p:sp>
          <p:nvSpPr>
            <p:cNvPr id="463" name="Google Shape;463;p18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4" name="Google Shape;464;p18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18"/>
          <p:cNvGrpSpPr/>
          <p:nvPr/>
        </p:nvGrpSpPr>
        <p:grpSpPr>
          <a:xfrm>
            <a:off x="4497460" y="4471469"/>
            <a:ext cx="6834652" cy="4125782"/>
            <a:chOff x="0" y="-95250"/>
            <a:chExt cx="1800073" cy="1086626"/>
          </a:xfrm>
        </p:grpSpPr>
        <p:sp>
          <p:nvSpPr>
            <p:cNvPr id="466" name="Google Shape;466;p18"/>
            <p:cNvSpPr/>
            <p:nvPr/>
          </p:nvSpPr>
          <p:spPr>
            <a:xfrm>
              <a:off x="0" y="0"/>
              <a:ext cx="1800073" cy="991376"/>
            </a:xfrm>
            <a:custGeom>
              <a:rect b="b" l="l" r="r" t="t"/>
              <a:pathLst>
                <a:path extrusionOk="0" h="991376" w="1800073">
                  <a:moveTo>
                    <a:pt x="0" y="0"/>
                  </a:moveTo>
                  <a:lnTo>
                    <a:pt x="1800073" y="0"/>
                  </a:lnTo>
                  <a:lnTo>
                    <a:pt x="1800073" y="991376"/>
                  </a:lnTo>
                  <a:lnTo>
                    <a:pt x="0" y="99137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7" name="Google Shape;467;p18"/>
            <p:cNvSpPr txBox="1"/>
            <p:nvPr/>
          </p:nvSpPr>
          <p:spPr>
            <a:xfrm>
              <a:off x="0" y="-95250"/>
              <a:ext cx="1800073" cy="10866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8" name="Google Shape;468;p18"/>
          <p:cNvGrpSpPr/>
          <p:nvPr/>
        </p:nvGrpSpPr>
        <p:grpSpPr>
          <a:xfrm>
            <a:off x="4497460" y="8349899"/>
            <a:ext cx="6827809" cy="1031442"/>
            <a:chOff x="0" y="-95250"/>
            <a:chExt cx="1798271" cy="271656"/>
          </a:xfrm>
        </p:grpSpPr>
        <p:sp>
          <p:nvSpPr>
            <p:cNvPr id="469" name="Google Shape;469;p18"/>
            <p:cNvSpPr/>
            <p:nvPr/>
          </p:nvSpPr>
          <p:spPr>
            <a:xfrm>
              <a:off x="0" y="0"/>
              <a:ext cx="1798271" cy="176406"/>
            </a:xfrm>
            <a:custGeom>
              <a:rect b="b" l="l" r="r" t="t"/>
              <a:pathLst>
                <a:path extrusionOk="0" h="176406" w="1798271">
                  <a:moveTo>
                    <a:pt x="0" y="0"/>
                  </a:moveTo>
                  <a:lnTo>
                    <a:pt x="1798271" y="0"/>
                  </a:lnTo>
                  <a:lnTo>
                    <a:pt x="1798271" y="176406"/>
                  </a:lnTo>
                  <a:lnTo>
                    <a:pt x="0" y="1764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0" name="Google Shape;470;p18"/>
            <p:cNvSpPr txBox="1"/>
            <p:nvPr/>
          </p:nvSpPr>
          <p:spPr>
            <a:xfrm>
              <a:off x="0" y="-95250"/>
              <a:ext cx="1798271" cy="2716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18"/>
          <p:cNvSpPr txBox="1"/>
          <p:nvPr/>
        </p:nvSpPr>
        <p:spPr>
          <a:xfrm>
            <a:off x="4612871" y="3277480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endParaRPr/>
          </a:p>
        </p:txBody>
      </p:sp>
      <p:sp>
        <p:nvSpPr>
          <p:cNvPr id="472" name="Google Shape;472;p18"/>
          <p:cNvSpPr txBox="1"/>
          <p:nvPr/>
        </p:nvSpPr>
        <p:spPr>
          <a:xfrm>
            <a:off x="4612871" y="4064826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4615528" y="4902046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endParaRPr/>
          </a:p>
        </p:txBody>
      </p:sp>
      <p:sp>
        <p:nvSpPr>
          <p:cNvPr id="474" name="Google Shape;474;p18"/>
          <p:cNvSpPr txBox="1"/>
          <p:nvPr/>
        </p:nvSpPr>
        <p:spPr>
          <a:xfrm>
            <a:off x="4615528" y="8730601"/>
            <a:ext cx="6605359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endParaRPr/>
          </a:p>
        </p:txBody>
      </p:sp>
      <p:sp>
        <p:nvSpPr>
          <p:cNvPr id="475" name="Google Shape;475;p18"/>
          <p:cNvSpPr txBox="1"/>
          <p:nvPr/>
        </p:nvSpPr>
        <p:spPr>
          <a:xfrm>
            <a:off x="4497460" y="2712465"/>
            <a:ext cx="2513305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/>
          </a:p>
        </p:txBody>
      </p:sp>
      <p:grpSp>
        <p:nvGrpSpPr>
          <p:cNvPr id="476" name="Google Shape;476;p18"/>
          <p:cNvGrpSpPr/>
          <p:nvPr/>
        </p:nvGrpSpPr>
        <p:grpSpPr>
          <a:xfrm>
            <a:off x="4615528" y="5083345"/>
            <a:ext cx="4668298" cy="3288368"/>
            <a:chOff x="0" y="-95250"/>
            <a:chExt cx="1229511" cy="866072"/>
          </a:xfrm>
        </p:grpSpPr>
        <p:sp>
          <p:nvSpPr>
            <p:cNvPr id="477" name="Google Shape;477;p18"/>
            <p:cNvSpPr/>
            <p:nvPr/>
          </p:nvSpPr>
          <p:spPr>
            <a:xfrm>
              <a:off x="0" y="0"/>
              <a:ext cx="1229511" cy="770822"/>
            </a:xfrm>
            <a:custGeom>
              <a:rect b="b" l="l" r="r" t="t"/>
              <a:pathLst>
                <a:path extrusionOk="0" h="770822" w="1229511">
                  <a:moveTo>
                    <a:pt x="0" y="0"/>
                  </a:moveTo>
                  <a:lnTo>
                    <a:pt x="1229511" y="0"/>
                  </a:lnTo>
                  <a:lnTo>
                    <a:pt x="1229511" y="770822"/>
                  </a:lnTo>
                  <a:lnTo>
                    <a:pt x="0" y="770822"/>
                  </a:lnTo>
                  <a:close/>
                </a:path>
              </a:pathLst>
            </a:custGeom>
            <a:solidFill>
              <a:srgbClr val="FFBD59"/>
            </a:solidFill>
            <a:ln>
              <a:noFill/>
            </a:ln>
          </p:spPr>
        </p:sp>
        <p:sp>
          <p:nvSpPr>
            <p:cNvPr id="478" name="Google Shape;478;p18"/>
            <p:cNvSpPr txBox="1"/>
            <p:nvPr/>
          </p:nvSpPr>
          <p:spPr>
            <a:xfrm>
              <a:off x="0" y="-95250"/>
              <a:ext cx="1229511" cy="866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9" name="Google Shape;479;p18"/>
          <p:cNvSpPr txBox="1"/>
          <p:nvPr/>
        </p:nvSpPr>
        <p:spPr>
          <a:xfrm>
            <a:off x="4835321" y="555484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/>
          </a:p>
        </p:txBody>
      </p:sp>
      <p:grpSp>
        <p:nvGrpSpPr>
          <p:cNvPr id="480" name="Google Shape;480;p18"/>
          <p:cNvGrpSpPr/>
          <p:nvPr/>
        </p:nvGrpSpPr>
        <p:grpSpPr>
          <a:xfrm>
            <a:off x="4743040" y="5736143"/>
            <a:ext cx="3893043" cy="1172211"/>
            <a:chOff x="0" y="-95250"/>
            <a:chExt cx="1025328" cy="308730"/>
          </a:xfrm>
        </p:grpSpPr>
        <p:sp>
          <p:nvSpPr>
            <p:cNvPr id="481" name="Google Shape;481;p18"/>
            <p:cNvSpPr/>
            <p:nvPr/>
          </p:nvSpPr>
          <p:spPr>
            <a:xfrm>
              <a:off x="0" y="0"/>
              <a:ext cx="1025328" cy="213480"/>
            </a:xfrm>
            <a:custGeom>
              <a:rect b="b" l="l" r="r" t="t"/>
              <a:pathLst>
                <a:path extrusionOk="0" h="213480" w="1025328">
                  <a:moveTo>
                    <a:pt x="0" y="0"/>
                  </a:moveTo>
                  <a:lnTo>
                    <a:pt x="1025328" y="0"/>
                  </a:lnTo>
                  <a:lnTo>
                    <a:pt x="1025328" y="213480"/>
                  </a:lnTo>
                  <a:lnTo>
                    <a:pt x="0" y="213480"/>
                  </a:lnTo>
                  <a:close/>
                </a:path>
              </a:pathLst>
            </a:custGeom>
            <a:solidFill>
              <a:srgbClr val="78D4FB"/>
            </a:solidFill>
            <a:ln>
              <a:noFill/>
            </a:ln>
          </p:spPr>
        </p:sp>
        <p:sp>
          <p:nvSpPr>
            <p:cNvPr id="482" name="Google Shape;482;p18"/>
            <p:cNvSpPr txBox="1"/>
            <p:nvPr/>
          </p:nvSpPr>
          <p:spPr>
            <a:xfrm>
              <a:off x="0" y="-95250"/>
              <a:ext cx="1025328" cy="30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3" name="Google Shape;483;p18"/>
          <p:cNvSpPr txBox="1"/>
          <p:nvPr/>
        </p:nvSpPr>
        <p:spPr>
          <a:xfrm>
            <a:off x="4835321" y="617223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/>
          </a:p>
        </p:txBody>
      </p:sp>
      <p:grpSp>
        <p:nvGrpSpPr>
          <p:cNvPr id="484" name="Google Shape;484;p18"/>
          <p:cNvGrpSpPr/>
          <p:nvPr/>
        </p:nvGrpSpPr>
        <p:grpSpPr>
          <a:xfrm>
            <a:off x="4743040" y="6718151"/>
            <a:ext cx="3893043" cy="1172211"/>
            <a:chOff x="0" y="-95250"/>
            <a:chExt cx="1025328" cy="308730"/>
          </a:xfrm>
        </p:grpSpPr>
        <p:sp>
          <p:nvSpPr>
            <p:cNvPr id="485" name="Google Shape;485;p18"/>
            <p:cNvSpPr/>
            <p:nvPr/>
          </p:nvSpPr>
          <p:spPr>
            <a:xfrm>
              <a:off x="0" y="0"/>
              <a:ext cx="1025328" cy="213480"/>
            </a:xfrm>
            <a:custGeom>
              <a:rect b="b" l="l" r="r" t="t"/>
              <a:pathLst>
                <a:path extrusionOk="0" h="213480" w="1025328">
                  <a:moveTo>
                    <a:pt x="0" y="0"/>
                  </a:moveTo>
                  <a:lnTo>
                    <a:pt x="1025328" y="0"/>
                  </a:lnTo>
                  <a:lnTo>
                    <a:pt x="1025328" y="213480"/>
                  </a:lnTo>
                  <a:lnTo>
                    <a:pt x="0" y="213480"/>
                  </a:lnTo>
                  <a:close/>
                </a:path>
              </a:pathLst>
            </a:custGeom>
            <a:solidFill>
              <a:srgbClr val="78D4FB"/>
            </a:solidFill>
            <a:ln>
              <a:noFill/>
            </a:ln>
          </p:spPr>
        </p:sp>
        <p:sp>
          <p:nvSpPr>
            <p:cNvPr id="486" name="Google Shape;486;p18"/>
            <p:cNvSpPr txBox="1"/>
            <p:nvPr/>
          </p:nvSpPr>
          <p:spPr>
            <a:xfrm>
              <a:off x="0" y="-95250"/>
              <a:ext cx="1025328" cy="3087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18"/>
          <p:cNvSpPr txBox="1"/>
          <p:nvPr/>
        </p:nvSpPr>
        <p:spPr>
          <a:xfrm>
            <a:off x="4835321" y="7154244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endParaRPr/>
          </a:p>
        </p:txBody>
      </p:sp>
      <p:grpSp>
        <p:nvGrpSpPr>
          <p:cNvPr id="488" name="Google Shape;488;p18"/>
          <p:cNvGrpSpPr/>
          <p:nvPr/>
        </p:nvGrpSpPr>
        <p:grpSpPr>
          <a:xfrm>
            <a:off x="9512967" y="5092870"/>
            <a:ext cx="1695403" cy="3288368"/>
            <a:chOff x="0" y="-95250"/>
            <a:chExt cx="446526" cy="866072"/>
          </a:xfrm>
        </p:grpSpPr>
        <p:sp>
          <p:nvSpPr>
            <p:cNvPr id="489" name="Google Shape;489;p18"/>
            <p:cNvSpPr/>
            <p:nvPr/>
          </p:nvSpPr>
          <p:spPr>
            <a:xfrm>
              <a:off x="0" y="0"/>
              <a:ext cx="446526" cy="770822"/>
            </a:xfrm>
            <a:custGeom>
              <a:rect b="b" l="l" r="r" t="t"/>
              <a:pathLst>
                <a:path extrusionOk="0" h="770822" w="446526">
                  <a:moveTo>
                    <a:pt x="0" y="0"/>
                  </a:moveTo>
                  <a:lnTo>
                    <a:pt x="446526" y="0"/>
                  </a:lnTo>
                  <a:lnTo>
                    <a:pt x="446526" y="770822"/>
                  </a:lnTo>
                  <a:lnTo>
                    <a:pt x="0" y="770822"/>
                  </a:lnTo>
                  <a:close/>
                </a:path>
              </a:pathLst>
            </a:custGeom>
            <a:solidFill>
              <a:srgbClr val="FF5757"/>
            </a:solidFill>
            <a:ln>
              <a:noFill/>
            </a:ln>
          </p:spPr>
        </p:sp>
        <p:sp>
          <p:nvSpPr>
            <p:cNvPr id="490" name="Google Shape;490;p18"/>
            <p:cNvSpPr txBox="1"/>
            <p:nvPr/>
          </p:nvSpPr>
          <p:spPr>
            <a:xfrm>
              <a:off x="0" y="-95250"/>
              <a:ext cx="446526" cy="866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22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8"/>
          <p:cNvSpPr txBox="1"/>
          <p:nvPr/>
        </p:nvSpPr>
        <p:spPr>
          <a:xfrm>
            <a:off x="9626030" y="5554845"/>
            <a:ext cx="2509311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&lt;aside&gt;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9"/>
          <p:cNvSpPr txBox="1"/>
          <p:nvPr/>
        </p:nvSpPr>
        <p:spPr>
          <a:xfrm>
            <a:off x="484904" y="2550048"/>
            <a:ext cx="14334853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simples para saber se é para usar o &lt;article&gt;: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"Se eu copiasse só esse conteúdo e enviasse por email para alguém, essa pessoa entenderia completamente do que se trata?"</a:t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8" name="Google Shape;498;p19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sp>
        <p:nvSpPr>
          <p:cNvPr id="499" name="Google Shape;499;p19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484904" y="4458538"/>
            <a:ext cx="13578530" cy="3162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do que É &lt;article&gt;: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Um post de blog completo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Um artigo de notícia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Um comentário em um fórum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Um produto em uma loja online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Uma receita culinária completa</a:t>
            </a:r>
            <a:endParaRPr/>
          </a:p>
        </p:txBody>
      </p:sp>
      <p:sp>
        <p:nvSpPr>
          <p:cNvPr id="502" name="Google Shape;502;p19"/>
          <p:cNvSpPr txBox="1"/>
          <p:nvPr/>
        </p:nvSpPr>
        <p:spPr>
          <a:xfrm>
            <a:off x="8620705" y="4458538"/>
            <a:ext cx="7435205" cy="2638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do que NÃO é &lt;article&gt;: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Menu de navegação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Rodapé do site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Só um parágrafo isolado</a:t>
            </a:r>
            <a:endParaRPr/>
          </a:p>
          <a:p>
            <a:pPr indent="-431655" lvl="2" marL="1294966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⚬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Lista de links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0"/>
          <p:cNvSpPr txBox="1"/>
          <p:nvPr/>
        </p:nvSpPr>
        <p:spPr>
          <a:xfrm>
            <a:off x="1028700" y="2208423"/>
            <a:ext cx="14334853" cy="542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Estrutura Semântica Completa do Site Cuidado com Pets:</a:t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12649200" y="692475"/>
            <a:ext cx="4871085" cy="2438591"/>
          </a:xfrm>
          <a:custGeom>
            <a:rect b="b" l="l" r="r" t="t"/>
            <a:pathLst>
              <a:path extrusionOk="0" h="3251454" w="6494780">
                <a:moveTo>
                  <a:pt x="0" y="0"/>
                </a:moveTo>
                <a:lnTo>
                  <a:pt x="6494780" y="0"/>
                </a:lnTo>
                <a:lnTo>
                  <a:pt x="6494780" y="3251454"/>
                </a:lnTo>
                <a:lnTo>
                  <a:pt x="0" y="32514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9" name="Google Shape;509;p20"/>
          <p:cNvSpPr/>
          <p:nvPr/>
        </p:nvSpPr>
        <p:spPr>
          <a:xfrm>
            <a:off x="3001685" y="1038136"/>
            <a:ext cx="5237988" cy="38100"/>
          </a:xfrm>
          <a:custGeom>
            <a:rect b="b" l="l" r="r" t="t"/>
            <a:pathLst>
              <a:path extrusionOk="0" h="50800" w="6983984">
                <a:moveTo>
                  <a:pt x="0" y="0"/>
                </a:moveTo>
                <a:lnTo>
                  <a:pt x="6983984" y="0"/>
                </a:lnTo>
                <a:lnTo>
                  <a:pt x="6983984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E30613"/>
          </a:solidFill>
          <a:ln>
            <a:noFill/>
          </a:ln>
        </p:spPr>
      </p:sp>
      <p:grpSp>
        <p:nvGrpSpPr>
          <p:cNvPr id="510" name="Google Shape;510;p20"/>
          <p:cNvGrpSpPr/>
          <p:nvPr/>
        </p:nvGrpSpPr>
        <p:grpSpPr>
          <a:xfrm>
            <a:off x="818610" y="8454342"/>
            <a:ext cx="16438856" cy="1324049"/>
            <a:chOff x="0" y="-57150"/>
            <a:chExt cx="4072212" cy="327992"/>
          </a:xfrm>
        </p:grpSpPr>
        <p:sp>
          <p:nvSpPr>
            <p:cNvPr id="511" name="Google Shape;511;p20"/>
            <p:cNvSpPr/>
            <p:nvPr/>
          </p:nvSpPr>
          <p:spPr>
            <a:xfrm>
              <a:off x="0" y="0"/>
              <a:ext cx="4072212" cy="270842"/>
            </a:xfrm>
            <a:custGeom>
              <a:rect b="b" l="l" r="r" t="t"/>
              <a:pathLst>
                <a:path extrusionOk="0" h="270842" w="4072212">
                  <a:moveTo>
                    <a:pt x="0" y="0"/>
                  </a:moveTo>
                  <a:lnTo>
                    <a:pt x="4072212" y="0"/>
                  </a:lnTo>
                  <a:lnTo>
                    <a:pt x="4072212" y="270842"/>
                  </a:lnTo>
                  <a:lnTo>
                    <a:pt x="0" y="2708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1800A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12" name="Google Shape;512;p20"/>
            <p:cNvSpPr txBox="1"/>
            <p:nvPr/>
          </p:nvSpPr>
          <p:spPr>
            <a:xfrm>
              <a:off x="0" y="-57150"/>
              <a:ext cx="4072212" cy="327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3" name="Google Shape;513;p20"/>
          <p:cNvSpPr txBox="1"/>
          <p:nvPr/>
        </p:nvSpPr>
        <p:spPr>
          <a:xfrm>
            <a:off x="1041978" y="3086769"/>
            <a:ext cx="15687546" cy="671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Cabeçalho do site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Conteúdo principal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&lt;article&gt; 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Artigo1: "Cuidados básicos com o seu cachorro"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Cabeçalho do artigo (com data)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Seções do artigo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&lt;article&gt; 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Artigo 2: "Sinais de que seu cachorro precisa de ajuda veterinária"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&lt;header&gt;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Cabeçalho do artigo (com data)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&lt;section&gt; 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Seções do artigo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&lt;aside&gt;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Conteúdo complementar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Rodapé com contatos</a:t>
            </a:r>
            <a:endParaRPr/>
          </a:p>
          <a:p>
            <a:pPr indent="0" lvl="0" marL="0" marR="0" rtl="0" algn="l">
              <a:lnSpc>
                <a:spcPct val="151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&lt;address&gt;</a:t>
            </a:r>
            <a:r>
              <a:rPr b="0" i="0" lang="en-US" sz="318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Informações de contato</a:t>
            </a:r>
            <a:endParaRPr/>
          </a:p>
        </p:txBody>
      </p:sp>
      <p:grpSp>
        <p:nvGrpSpPr>
          <p:cNvPr id="514" name="Google Shape;514;p20"/>
          <p:cNvGrpSpPr/>
          <p:nvPr/>
        </p:nvGrpSpPr>
        <p:grpSpPr>
          <a:xfrm>
            <a:off x="1041978" y="4195474"/>
            <a:ext cx="15687546" cy="1959445"/>
            <a:chOff x="0" y="-57150"/>
            <a:chExt cx="3886099" cy="485391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3886099" cy="428241"/>
            </a:xfrm>
            <a:custGeom>
              <a:rect b="b" l="l" r="r" t="t"/>
              <a:pathLst>
                <a:path extrusionOk="0" h="428241" w="3886099">
                  <a:moveTo>
                    <a:pt x="0" y="0"/>
                  </a:moveTo>
                  <a:lnTo>
                    <a:pt x="3886099" y="0"/>
                  </a:lnTo>
                  <a:lnTo>
                    <a:pt x="3886099" y="428241"/>
                  </a:lnTo>
                  <a:lnTo>
                    <a:pt x="0" y="42824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57150"/>
              <a:ext cx="3886099" cy="4853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2667000" y="405359"/>
            <a:ext cx="6280430" cy="65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863065" y="1009561"/>
            <a:ext cx="1021108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Cuidados com Pet</a:t>
            </a:r>
            <a:endParaRPr/>
          </a:p>
        </p:txBody>
      </p:sp>
      <p:grpSp>
        <p:nvGrpSpPr>
          <p:cNvPr id="519" name="Google Shape;519;p20"/>
          <p:cNvGrpSpPr/>
          <p:nvPr/>
        </p:nvGrpSpPr>
        <p:grpSpPr>
          <a:xfrm>
            <a:off x="1041978" y="6033813"/>
            <a:ext cx="15687546" cy="1981781"/>
            <a:chOff x="0" y="-57150"/>
            <a:chExt cx="3886099" cy="490924"/>
          </a:xfrm>
        </p:grpSpPr>
        <p:sp>
          <p:nvSpPr>
            <p:cNvPr id="520" name="Google Shape;520;p20"/>
            <p:cNvSpPr/>
            <p:nvPr/>
          </p:nvSpPr>
          <p:spPr>
            <a:xfrm>
              <a:off x="0" y="0"/>
              <a:ext cx="3886099" cy="433774"/>
            </a:xfrm>
            <a:custGeom>
              <a:rect b="b" l="l" r="r" t="t"/>
              <a:pathLst>
                <a:path extrusionOk="0" h="433774" w="3886099">
                  <a:moveTo>
                    <a:pt x="0" y="0"/>
                  </a:moveTo>
                  <a:lnTo>
                    <a:pt x="3886099" y="0"/>
                  </a:lnTo>
                  <a:lnTo>
                    <a:pt x="3886099" y="433774"/>
                  </a:lnTo>
                  <a:lnTo>
                    <a:pt x="0" y="4337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E30613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21" name="Google Shape;521;p20"/>
            <p:cNvSpPr txBox="1"/>
            <p:nvPr/>
          </p:nvSpPr>
          <p:spPr>
            <a:xfrm>
              <a:off x="0" y="-57150"/>
              <a:ext cx="3886099" cy="4909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2" name="Google Shape;522;p20"/>
          <p:cNvGrpSpPr/>
          <p:nvPr/>
        </p:nvGrpSpPr>
        <p:grpSpPr>
          <a:xfrm>
            <a:off x="818610" y="3568630"/>
            <a:ext cx="16438856" cy="4989913"/>
            <a:chOff x="0" y="-57150"/>
            <a:chExt cx="4072212" cy="1236095"/>
          </a:xfrm>
        </p:grpSpPr>
        <p:sp>
          <p:nvSpPr>
            <p:cNvPr id="523" name="Google Shape;523;p20"/>
            <p:cNvSpPr/>
            <p:nvPr/>
          </p:nvSpPr>
          <p:spPr>
            <a:xfrm>
              <a:off x="0" y="0"/>
              <a:ext cx="4072212" cy="1178945"/>
            </a:xfrm>
            <a:custGeom>
              <a:rect b="b" l="l" r="r" t="t"/>
              <a:pathLst>
                <a:path extrusionOk="0" h="1178945" w="4072212">
                  <a:moveTo>
                    <a:pt x="0" y="0"/>
                  </a:moveTo>
                  <a:lnTo>
                    <a:pt x="4072212" y="0"/>
                  </a:lnTo>
                  <a:lnTo>
                    <a:pt x="4072212" y="1178945"/>
                  </a:lnTo>
                  <a:lnTo>
                    <a:pt x="0" y="11789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1800A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24" name="Google Shape;524;p20"/>
            <p:cNvSpPr txBox="1"/>
            <p:nvPr/>
          </p:nvSpPr>
          <p:spPr>
            <a:xfrm>
              <a:off x="0" y="-57150"/>
              <a:ext cx="4072212" cy="12360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" name="Google Shape;525;p20"/>
          <p:cNvGrpSpPr/>
          <p:nvPr/>
        </p:nvGrpSpPr>
        <p:grpSpPr>
          <a:xfrm>
            <a:off x="818610" y="2919431"/>
            <a:ext cx="16438856" cy="768507"/>
            <a:chOff x="0" y="-57150"/>
            <a:chExt cx="4072212" cy="190374"/>
          </a:xfrm>
        </p:grpSpPr>
        <p:sp>
          <p:nvSpPr>
            <p:cNvPr id="526" name="Google Shape;526;p20"/>
            <p:cNvSpPr/>
            <p:nvPr/>
          </p:nvSpPr>
          <p:spPr>
            <a:xfrm>
              <a:off x="0" y="0"/>
              <a:ext cx="4072212" cy="133224"/>
            </a:xfrm>
            <a:custGeom>
              <a:rect b="b" l="l" r="r" t="t"/>
              <a:pathLst>
                <a:path extrusionOk="0" h="133224" w="4072212">
                  <a:moveTo>
                    <a:pt x="0" y="0"/>
                  </a:moveTo>
                  <a:lnTo>
                    <a:pt x="4072212" y="0"/>
                  </a:lnTo>
                  <a:lnTo>
                    <a:pt x="4072212" y="133224"/>
                  </a:lnTo>
                  <a:lnTo>
                    <a:pt x="0" y="1332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1800AD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27" name="Google Shape;527;p20"/>
            <p:cNvSpPr txBox="1"/>
            <p:nvPr/>
          </p:nvSpPr>
          <p:spPr>
            <a:xfrm>
              <a:off x="0" y="-57150"/>
              <a:ext cx="4072212" cy="190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07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Google Shape;536;p21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7" name="Google Shape;537;p21"/>
          <p:cNvSpPr txBox="1"/>
          <p:nvPr/>
        </p:nvSpPr>
        <p:spPr>
          <a:xfrm>
            <a:off x="3200400" y="300584"/>
            <a:ext cx="628043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Onde Usamos</a:t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12115800" y="1257300"/>
            <a:ext cx="4899565" cy="3674649"/>
          </a:xfrm>
          <a:custGeom>
            <a:rect b="b" l="l" r="r" t="t"/>
            <a:pathLst>
              <a:path extrusionOk="0" h="4899533" w="6532753">
                <a:moveTo>
                  <a:pt x="0" y="0"/>
                </a:moveTo>
                <a:lnTo>
                  <a:pt x="6532753" y="0"/>
                </a:lnTo>
                <a:lnTo>
                  <a:pt x="6532753" y="4899533"/>
                </a:lnTo>
                <a:lnTo>
                  <a:pt x="0" y="4899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p21"/>
          <p:cNvSpPr txBox="1"/>
          <p:nvPr/>
        </p:nvSpPr>
        <p:spPr>
          <a:xfrm>
            <a:off x="1028700" y="2251649"/>
            <a:ext cx="960667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pode não perceber, mas você interage com todos esses elementos HTML dezenas de vezes por dia. </a:t>
            </a: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 você sabe como eles são construídos.</a:t>
            </a:r>
            <a:endParaRPr/>
          </a:p>
        </p:txBody>
      </p:sp>
      <p:sp>
        <p:nvSpPr>
          <p:cNvPr id="540" name="Google Shape;540;p21"/>
          <p:cNvSpPr txBox="1"/>
          <p:nvPr/>
        </p:nvSpPr>
        <p:spPr>
          <a:xfrm>
            <a:off x="1028700" y="4311382"/>
            <a:ext cx="9606670" cy="1590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Títulos e Parágrafos (&lt;h1&gt;, &lt;p&gt;):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ler uma notícia no G1, um artigo na Wikipedia ou a descrição de um vídeo no YouTube.</a:t>
            </a:r>
            <a:endParaRPr/>
          </a:p>
        </p:txBody>
      </p:sp>
      <p:sp>
        <p:nvSpPr>
          <p:cNvPr id="541" name="Google Shape;541;p21"/>
          <p:cNvSpPr txBox="1"/>
          <p:nvPr/>
        </p:nvSpPr>
        <p:spPr>
          <a:xfrm>
            <a:off x="1028700" y="6371114"/>
            <a:ext cx="10850603" cy="2114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Listas (&lt;ul&gt;, &lt;ol&gt;):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menu de navegação de qualquer site (&lt;ul&gt;).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características de um produto na Amazon (&lt;ul&gt;).</a:t>
            </a:r>
            <a:endParaRPr/>
          </a:p>
          <a:p>
            <a:pPr indent="-323742" lvl="1" marL="647483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8"/>
              <a:buFont typeface="Arial"/>
              <a:buChar char="•"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passo a passo de uma receita no TudoGostoso (&lt;ol&gt;).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0" name="Google Shape;550;p2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1" name="Google Shape;551;p22"/>
          <p:cNvSpPr txBox="1"/>
          <p:nvPr/>
        </p:nvSpPr>
        <p:spPr>
          <a:xfrm>
            <a:off x="3200400" y="300584"/>
            <a:ext cx="628043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Onde Usamos</a:t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12115800" y="1257300"/>
            <a:ext cx="4899565" cy="3674649"/>
          </a:xfrm>
          <a:custGeom>
            <a:rect b="b" l="l" r="r" t="t"/>
            <a:pathLst>
              <a:path extrusionOk="0" h="4899533" w="6532753">
                <a:moveTo>
                  <a:pt x="0" y="0"/>
                </a:moveTo>
                <a:lnTo>
                  <a:pt x="6532753" y="0"/>
                </a:lnTo>
                <a:lnTo>
                  <a:pt x="6532753" y="4899533"/>
                </a:lnTo>
                <a:lnTo>
                  <a:pt x="0" y="48995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3" name="Google Shape;553;p22"/>
          <p:cNvSpPr txBox="1"/>
          <p:nvPr/>
        </p:nvSpPr>
        <p:spPr>
          <a:xfrm>
            <a:off x="5120625" y="5436850"/>
            <a:ext cx="657606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 Exemplo Você Traz?</a:t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1981200" y="6688598"/>
            <a:ext cx="4899565" cy="3260408"/>
          </a:xfrm>
          <a:custGeom>
            <a:rect b="b" l="l" r="r" t="t"/>
            <a:pathLst>
              <a:path extrusionOk="0" h="4347210" w="6532753">
                <a:moveTo>
                  <a:pt x="0" y="0"/>
                </a:moveTo>
                <a:lnTo>
                  <a:pt x="6532753" y="0"/>
                </a:lnTo>
                <a:lnTo>
                  <a:pt x="6532753" y="4347210"/>
                </a:lnTo>
                <a:lnTo>
                  <a:pt x="0" y="4347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" name="Google Shape;563;p2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23"/>
          <p:cNvSpPr txBox="1"/>
          <p:nvPr/>
        </p:nvSpPr>
        <p:spPr>
          <a:xfrm>
            <a:off x="3276600" y="300584"/>
            <a:ext cx="6280430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/>
          </a:p>
        </p:txBody>
      </p:sp>
      <p:sp>
        <p:nvSpPr>
          <p:cNvPr id="565" name="Google Shape;565;p23"/>
          <p:cNvSpPr/>
          <p:nvPr/>
        </p:nvSpPr>
        <p:spPr>
          <a:xfrm>
            <a:off x="5410200" y="4118768"/>
            <a:ext cx="8745950" cy="5820060"/>
          </a:xfrm>
          <a:custGeom>
            <a:rect b="b" l="l" r="r" t="t"/>
            <a:pathLst>
              <a:path extrusionOk="0" h="7760081" w="11661267">
                <a:moveTo>
                  <a:pt x="0" y="0"/>
                </a:moveTo>
                <a:lnTo>
                  <a:pt x="11661267" y="0"/>
                </a:lnTo>
                <a:lnTo>
                  <a:pt x="11661267" y="7760081"/>
                </a:lnTo>
                <a:lnTo>
                  <a:pt x="0" y="7760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6" name="Google Shape;566;p23"/>
          <p:cNvSpPr txBox="1"/>
          <p:nvPr/>
        </p:nvSpPr>
        <p:spPr>
          <a:xfrm>
            <a:off x="6482220" y="2922250"/>
            <a:ext cx="6576061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 minutos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5" name="Google Shape;575;p2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24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24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  <p:sp>
        <p:nvSpPr>
          <p:cNvPr id="578" name="Google Shape;578;p24"/>
          <p:cNvSpPr txBox="1"/>
          <p:nvPr/>
        </p:nvSpPr>
        <p:spPr>
          <a:xfrm>
            <a:off x="1028700" y="3552799"/>
            <a:ext cx="14207630" cy="31623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Aqui o link para o texto: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8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https://docs.google.com/document/d/1Gx6qpLBOTbya-LiNaFD33CljhUjPfMZczwqnXM7a6LU/edit?usp=sharing</a:t>
            </a:r>
            <a:endParaRPr/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8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marR="0" rtl="0" algn="l">
              <a:lnSpc>
                <a:spcPct val="14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próximas páginas apresentam como o texto deve aparecer no site. 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7" name="Google Shape;587;p25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25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89" name="Google Shape;589;p25"/>
          <p:cNvSpPr/>
          <p:nvPr/>
        </p:nvSpPr>
        <p:spPr>
          <a:xfrm>
            <a:off x="1028700" y="2293731"/>
            <a:ext cx="16230600" cy="6918293"/>
          </a:xfrm>
          <a:custGeom>
            <a:rect b="b" l="l" r="r" t="t"/>
            <a:pathLst>
              <a:path extrusionOk="0" h="6918293" w="16230600">
                <a:moveTo>
                  <a:pt x="0" y="0"/>
                </a:moveTo>
                <a:lnTo>
                  <a:pt x="16230600" y="0"/>
                </a:lnTo>
                <a:lnTo>
                  <a:pt x="16230600" y="6918293"/>
                </a:lnTo>
                <a:lnTo>
                  <a:pt x="0" y="69182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0" name="Google Shape;590;p25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9" name="Google Shape;599;p26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26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1" name="Google Shape;601;p26"/>
          <p:cNvSpPr/>
          <p:nvPr/>
        </p:nvSpPr>
        <p:spPr>
          <a:xfrm>
            <a:off x="410410" y="2671624"/>
            <a:ext cx="17011528" cy="2317821"/>
          </a:xfrm>
          <a:custGeom>
            <a:rect b="b" l="l" r="r" t="t"/>
            <a:pathLst>
              <a:path extrusionOk="0" h="2317821" w="17011528">
                <a:moveTo>
                  <a:pt x="0" y="0"/>
                </a:moveTo>
                <a:lnTo>
                  <a:pt x="17011528" y="0"/>
                </a:lnTo>
                <a:lnTo>
                  <a:pt x="17011528" y="2317821"/>
                </a:lnTo>
                <a:lnTo>
                  <a:pt x="0" y="23178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02" name="Google Shape;602;p26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27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27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3" name="Google Shape;613;p27"/>
          <p:cNvSpPr/>
          <p:nvPr/>
        </p:nvSpPr>
        <p:spPr>
          <a:xfrm>
            <a:off x="503104" y="2368449"/>
            <a:ext cx="16756196" cy="7205164"/>
          </a:xfrm>
          <a:custGeom>
            <a:rect b="b" l="l" r="r" t="t"/>
            <a:pathLst>
              <a:path extrusionOk="0" h="7205164" w="16756196">
                <a:moveTo>
                  <a:pt x="0" y="0"/>
                </a:moveTo>
                <a:lnTo>
                  <a:pt x="16756196" y="0"/>
                </a:lnTo>
                <a:lnTo>
                  <a:pt x="16756196" y="7205164"/>
                </a:lnTo>
                <a:lnTo>
                  <a:pt x="0" y="7205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4" name="Google Shape;614;p27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3" name="Google Shape;623;p28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28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5" name="Google Shape;625;p28"/>
          <p:cNvSpPr/>
          <p:nvPr/>
        </p:nvSpPr>
        <p:spPr>
          <a:xfrm>
            <a:off x="503104" y="2368449"/>
            <a:ext cx="16756196" cy="7205164"/>
          </a:xfrm>
          <a:custGeom>
            <a:rect b="b" l="l" r="r" t="t"/>
            <a:pathLst>
              <a:path extrusionOk="0" h="7205164" w="16756196">
                <a:moveTo>
                  <a:pt x="0" y="0"/>
                </a:moveTo>
                <a:lnTo>
                  <a:pt x="16756196" y="0"/>
                </a:lnTo>
                <a:lnTo>
                  <a:pt x="16756196" y="7205164"/>
                </a:lnTo>
                <a:lnTo>
                  <a:pt x="0" y="7205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6" name="Google Shape;626;p28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5" name="Google Shape;635;p29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29"/>
          <p:cNvSpPr/>
          <p:nvPr/>
        </p:nvSpPr>
        <p:spPr>
          <a:xfrm>
            <a:off x="8525710" y="377016"/>
            <a:ext cx="5648230" cy="2294573"/>
          </a:xfrm>
          <a:custGeom>
            <a:rect b="b" l="l" r="r" t="t"/>
            <a:pathLst>
              <a:path extrusionOk="0" h="3059430" w="7530973">
                <a:moveTo>
                  <a:pt x="0" y="0"/>
                </a:moveTo>
                <a:lnTo>
                  <a:pt x="7530973" y="0"/>
                </a:lnTo>
                <a:lnTo>
                  <a:pt x="7530973" y="3059430"/>
                </a:lnTo>
                <a:lnTo>
                  <a:pt x="0" y="3059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7" name="Google Shape;637;p29"/>
          <p:cNvSpPr/>
          <p:nvPr/>
        </p:nvSpPr>
        <p:spPr>
          <a:xfrm>
            <a:off x="813368" y="2211777"/>
            <a:ext cx="9101033" cy="7633492"/>
          </a:xfrm>
          <a:custGeom>
            <a:rect b="b" l="l" r="r" t="t"/>
            <a:pathLst>
              <a:path extrusionOk="0" h="7633492" w="9101033">
                <a:moveTo>
                  <a:pt x="0" y="0"/>
                </a:moveTo>
                <a:lnTo>
                  <a:pt x="9101034" y="0"/>
                </a:lnTo>
                <a:lnTo>
                  <a:pt x="9101034" y="7633491"/>
                </a:lnTo>
                <a:lnTo>
                  <a:pt x="0" y="76334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8" name="Google Shape;638;p29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Aplicação Demonstração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7" name="Google Shape;647;p30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30"/>
          <p:cNvSpPr txBox="1"/>
          <p:nvPr/>
        </p:nvSpPr>
        <p:spPr>
          <a:xfrm>
            <a:off x="3276600" y="329391"/>
            <a:ext cx="5237959" cy="1711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Vamos ao AVA</a:t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1600200" y="2493043"/>
            <a:ext cx="5486400" cy="5510879"/>
          </a:xfrm>
          <a:custGeom>
            <a:rect b="b" l="l" r="r" t="t"/>
            <a:pathLst>
              <a:path extrusionOk="0" h="7347839" w="7315200">
                <a:moveTo>
                  <a:pt x="0" y="0"/>
                </a:moveTo>
                <a:lnTo>
                  <a:pt x="7315200" y="0"/>
                </a:lnTo>
                <a:lnTo>
                  <a:pt x="7315200" y="7347839"/>
                </a:lnTo>
                <a:lnTo>
                  <a:pt x="0" y="73478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0" name="Google Shape;650;p30"/>
          <p:cNvSpPr/>
          <p:nvPr/>
        </p:nvSpPr>
        <p:spPr>
          <a:xfrm>
            <a:off x="10737449" y="1383085"/>
            <a:ext cx="3020187" cy="1917097"/>
          </a:xfrm>
          <a:custGeom>
            <a:rect b="b" l="l" r="r" t="t"/>
            <a:pathLst>
              <a:path extrusionOk="0" h="2556129" w="4026916">
                <a:moveTo>
                  <a:pt x="0" y="0"/>
                </a:moveTo>
                <a:lnTo>
                  <a:pt x="4026916" y="0"/>
                </a:lnTo>
                <a:lnTo>
                  <a:pt x="4026916" y="2556129"/>
                </a:lnTo>
                <a:lnTo>
                  <a:pt x="0" y="25561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1" name="Google Shape;651;p30"/>
          <p:cNvSpPr/>
          <p:nvPr/>
        </p:nvSpPr>
        <p:spPr>
          <a:xfrm>
            <a:off x="11014066" y="3695700"/>
            <a:ext cx="2466975" cy="1847850"/>
          </a:xfrm>
          <a:custGeom>
            <a:rect b="b" l="l" r="r" t="t"/>
            <a:pathLst>
              <a:path extrusionOk="0" h="2463800" w="3289300">
                <a:moveTo>
                  <a:pt x="0" y="0"/>
                </a:moveTo>
                <a:lnTo>
                  <a:pt x="3289300" y="0"/>
                </a:lnTo>
                <a:lnTo>
                  <a:pt x="3289300" y="2463800"/>
                </a:lnTo>
                <a:lnTo>
                  <a:pt x="0" y="246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2" name="Google Shape;652;p30"/>
          <p:cNvSpPr/>
          <p:nvPr/>
        </p:nvSpPr>
        <p:spPr>
          <a:xfrm>
            <a:off x="11014066" y="5939081"/>
            <a:ext cx="2466975" cy="1847850"/>
          </a:xfrm>
          <a:custGeom>
            <a:rect b="b" l="l" r="r" t="t"/>
            <a:pathLst>
              <a:path extrusionOk="0" h="2463800" w="3289300">
                <a:moveTo>
                  <a:pt x="0" y="0"/>
                </a:moveTo>
                <a:lnTo>
                  <a:pt x="3289300" y="0"/>
                </a:lnTo>
                <a:lnTo>
                  <a:pt x="3289300" y="2463800"/>
                </a:lnTo>
                <a:lnTo>
                  <a:pt x="0" y="246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3" name="Google Shape;653;p30"/>
          <p:cNvSpPr/>
          <p:nvPr/>
        </p:nvSpPr>
        <p:spPr>
          <a:xfrm>
            <a:off x="10728709" y="8146677"/>
            <a:ext cx="3028950" cy="1514475"/>
          </a:xfrm>
          <a:custGeom>
            <a:rect b="b" l="l" r="r" t="t"/>
            <a:pathLst>
              <a:path extrusionOk="0" h="2019300" w="4038600">
                <a:moveTo>
                  <a:pt x="0" y="0"/>
                </a:moveTo>
                <a:lnTo>
                  <a:pt x="4038600" y="0"/>
                </a:lnTo>
                <a:lnTo>
                  <a:pt x="40386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4" name="Google Shape;654;p30"/>
          <p:cNvSpPr txBox="1"/>
          <p:nvPr/>
        </p:nvSpPr>
        <p:spPr>
          <a:xfrm>
            <a:off x="13849084" y="2065840"/>
            <a:ext cx="271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Vídeo</a:t>
            </a:r>
            <a:endParaRPr/>
          </a:p>
        </p:txBody>
      </p:sp>
      <p:sp>
        <p:nvSpPr>
          <p:cNvPr id="655" name="Google Shape;655;p30"/>
          <p:cNvSpPr txBox="1"/>
          <p:nvPr/>
        </p:nvSpPr>
        <p:spPr>
          <a:xfrm>
            <a:off x="13883625" y="4042450"/>
            <a:ext cx="271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Texto</a:t>
            </a:r>
            <a:endParaRPr/>
          </a:p>
        </p:txBody>
      </p:sp>
      <p:sp>
        <p:nvSpPr>
          <p:cNvPr id="656" name="Google Shape;656;p30"/>
          <p:cNvSpPr txBox="1"/>
          <p:nvPr/>
        </p:nvSpPr>
        <p:spPr>
          <a:xfrm>
            <a:off x="13883625" y="6578218"/>
            <a:ext cx="2712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Perguntas</a:t>
            </a:r>
            <a:endParaRPr/>
          </a:p>
        </p:txBody>
      </p:sp>
      <p:sp>
        <p:nvSpPr>
          <p:cNvPr id="657" name="Google Shape;657;p30"/>
          <p:cNvSpPr txBox="1"/>
          <p:nvPr/>
        </p:nvSpPr>
        <p:spPr>
          <a:xfrm>
            <a:off x="13883625" y="8619126"/>
            <a:ext cx="27127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Argumentação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6" name="Google Shape;666;p31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7" name="Google Shape;667;p31"/>
          <p:cNvSpPr txBox="1"/>
          <p:nvPr/>
        </p:nvSpPr>
        <p:spPr>
          <a:xfrm>
            <a:off x="3001686" y="300584"/>
            <a:ext cx="5237959" cy="892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/>
          </a:p>
        </p:txBody>
      </p:sp>
      <p:sp>
        <p:nvSpPr>
          <p:cNvPr id="668" name="Google Shape;668;p31"/>
          <p:cNvSpPr/>
          <p:nvPr/>
        </p:nvSpPr>
        <p:spPr>
          <a:xfrm>
            <a:off x="4116661" y="3238503"/>
            <a:ext cx="9065895" cy="6032944"/>
          </a:xfrm>
          <a:custGeom>
            <a:rect b="b" l="l" r="r" t="t"/>
            <a:pathLst>
              <a:path extrusionOk="0" h="8043926" w="12087860">
                <a:moveTo>
                  <a:pt x="0" y="0"/>
                </a:moveTo>
                <a:lnTo>
                  <a:pt x="12087860" y="0"/>
                </a:lnTo>
                <a:lnTo>
                  <a:pt x="12087860" y="8043926"/>
                </a:lnTo>
                <a:lnTo>
                  <a:pt x="0" y="8043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2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8" name="Google Shape;678;p32"/>
          <p:cNvSpPr/>
          <p:nvPr/>
        </p:nvSpPr>
        <p:spPr>
          <a:xfrm>
            <a:off x="1477632" y="5203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5" l="0" r="0" t="-4634"/>
            </a:stretch>
          </a:blipFill>
          <a:ln>
            <a:noFill/>
          </a:ln>
        </p:spPr>
      </p:sp>
      <p:sp>
        <p:nvSpPr>
          <p:cNvPr id="679" name="Google Shape;679;p32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0" name="Google Shape;680;p32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7" r="-16" t="0"/>
            </a:stretch>
          </a:blipFill>
          <a:ln>
            <a:noFill/>
          </a:ln>
        </p:spPr>
      </p:sp>
      <p:sp>
        <p:nvSpPr>
          <p:cNvPr id="681" name="Google Shape;681;p32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5" r="-22" t="0"/>
            </a:stretch>
          </a:blipFill>
          <a:ln>
            <a:noFill/>
          </a:ln>
        </p:spPr>
      </p:sp>
      <p:sp>
        <p:nvSpPr>
          <p:cNvPr id="682" name="Google Shape;682;p32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4" l="0" r="0" t="-24"/>
            </a:stretch>
          </a:blipFill>
          <a:ln>
            <a:noFill/>
          </a:ln>
        </p:spPr>
      </p:sp>
      <p:sp>
        <p:nvSpPr>
          <p:cNvPr id="683" name="Google Shape;683;p32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8" l="0" r="0" t="-7536"/>
            </a:stretch>
          </a:blipFill>
          <a:ln>
            <a:noFill/>
          </a:ln>
        </p:spPr>
      </p:sp>
      <p:sp>
        <p:nvSpPr>
          <p:cNvPr id="684" name="Google Shape;684;p32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1" l="0" r="0" t="-77"/>
            </a:stretch>
          </a:blipFill>
          <a:ln>
            <a:noFill/>
          </a:ln>
        </p:spPr>
      </p:sp>
      <p:sp>
        <p:nvSpPr>
          <p:cNvPr id="685" name="Google Shape;685;p32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6" name="Google Shape;686;p32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4" r="-33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