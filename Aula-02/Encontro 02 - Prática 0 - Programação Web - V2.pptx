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hBNYZo8ljsu6kgIe93kNvfwtEA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7" name="Google Shape;107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8" name="Google Shape;108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1" name="Google Shape;111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6" name="Google Shape;126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7" name="Google Shape;127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0" name="Google Shape;130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7" name="Google Shape;137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8" name="Google Shape;138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1" name="Google Shape;141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9" name="Google Shape;149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0" name="Google Shape;150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3" name="Google Shape;153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2" name="Google Shape;162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3" name="Google Shape;163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6" name="Google Shape;176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7" name="Google Shape;177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0" name="Google Shape;180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0" name="Google Shape;190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1" name="Google Shape;191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4" name="Google Shape;194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4" name="Google Shape;204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5" name="Google Shape;205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8" name="Google Shape;208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8" name="Google Shape;218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9" name="Google Shape;219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2" name="Google Shape;222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2" name="Google Shape;232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3" name="Google Shape;233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6" name="Google Shape;236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6" name="Google Shape;246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7" name="Google Shape;247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0" name="Google Shape;250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0" name="Google Shape;260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1" name="Google Shape;261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4" name="Google Shape;264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4" name="Google Shape;334;p2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5" name="Google Shape;335;p2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2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8" name="Google Shape;338;p2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6" name="Google Shape;346;p2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47" name="Google Shape;347;p2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2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50" name="Google Shape;350;p2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1" name="Google Shape;371;p2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2" name="Google Shape;372;p2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2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5" name="Google Shape;375;p2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93" name="Google Shape;393;p2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94" name="Google Shape;394;p2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97" name="Google Shape;397;p2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2" name="Google Shape;412;p2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13" name="Google Shape;413;p2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2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6" name="Google Shape;416;p2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33" name="Google Shape;433;p2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34" name="Google Shape;434;p2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2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37" name="Google Shape;437;p2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9" name="Google Shape;509;p3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10" name="Google Shape;510;p3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3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13" name="Google Shape;513;p3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24" name="Google Shape;524;p3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25" name="Google Shape;525;p3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3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28" name="Google Shape;528;p3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39" name="Google Shape;539;p3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40" name="Google Shape;540;p3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3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3" name="Google Shape;543;p3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57" name="Google Shape;557;p3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58" name="Google Shape;558;p3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3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61" name="Google Shape;561;p3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69" name="Google Shape;569;p3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70" name="Google Shape;570;p3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3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73" name="Google Shape;573;p3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80" name="Google Shape;580;p3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81" name="Google Shape;581;p3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3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84" name="Google Shape;584;p3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4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4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4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11" Type="http://schemas.openxmlformats.org/officeDocument/2006/relationships/image" Target="../media/image12.png"/><Relationship Id="rId10" Type="http://schemas.openxmlformats.org/officeDocument/2006/relationships/image" Target="../media/image9.png"/><Relationship Id="rId12" Type="http://schemas.openxmlformats.org/officeDocument/2006/relationships/image" Target="../media/image10.png"/><Relationship Id="rId9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hyperlink" Target="https://info.cern.ch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firebase.studio" TargetMode="External"/><Relationship Id="rId4" Type="http://schemas.openxmlformats.org/officeDocument/2006/relationships/image" Target="../media/image37.png"/><Relationship Id="rId10" Type="http://schemas.openxmlformats.org/officeDocument/2006/relationships/image" Target="../media/image38.png"/><Relationship Id="rId9" Type="http://schemas.openxmlformats.org/officeDocument/2006/relationships/image" Target="../media/image30.png"/><Relationship Id="rId5" Type="http://schemas.openxmlformats.org/officeDocument/2006/relationships/image" Target="../media/image26.png"/><Relationship Id="rId6" Type="http://schemas.openxmlformats.org/officeDocument/2006/relationships/image" Target="../media/image31.png"/><Relationship Id="rId7" Type="http://schemas.openxmlformats.org/officeDocument/2006/relationships/image" Target="../media/image36.png"/><Relationship Id="rId8" Type="http://schemas.openxmlformats.org/officeDocument/2006/relationships/image" Target="../media/image4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png"/><Relationship Id="rId4" Type="http://schemas.openxmlformats.org/officeDocument/2006/relationships/image" Target="../media/image41.png"/><Relationship Id="rId5" Type="http://schemas.openxmlformats.org/officeDocument/2006/relationships/image" Target="../media/image27.png"/><Relationship Id="rId6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png"/><Relationship Id="rId4" Type="http://schemas.openxmlformats.org/officeDocument/2006/relationships/image" Target="../media/image47.png"/><Relationship Id="rId5" Type="http://schemas.openxmlformats.org/officeDocument/2006/relationships/image" Target="../media/image34.png"/><Relationship Id="rId6" Type="http://schemas.openxmlformats.org/officeDocument/2006/relationships/image" Target="../media/image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Relationship Id="rId4" Type="http://schemas.openxmlformats.org/officeDocument/2006/relationships/image" Target="../media/image43.png"/><Relationship Id="rId5" Type="http://schemas.openxmlformats.org/officeDocument/2006/relationships/image" Target="../media/image45.png"/><Relationship Id="rId6" Type="http://schemas.openxmlformats.org/officeDocument/2006/relationships/image" Target="../media/image56.png"/><Relationship Id="rId7" Type="http://schemas.openxmlformats.org/officeDocument/2006/relationships/image" Target="../media/image46.png"/><Relationship Id="rId8" Type="http://schemas.openxmlformats.org/officeDocument/2006/relationships/image" Target="../media/image3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0.png"/><Relationship Id="rId4" Type="http://schemas.openxmlformats.org/officeDocument/2006/relationships/image" Target="../media/image54.png"/><Relationship Id="rId5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8.png"/><Relationship Id="rId4" Type="http://schemas.openxmlformats.org/officeDocument/2006/relationships/image" Target="../media/image50.png"/><Relationship Id="rId5" Type="http://schemas.openxmlformats.org/officeDocument/2006/relationships/image" Target="../media/image66.png"/><Relationship Id="rId6" Type="http://schemas.openxmlformats.org/officeDocument/2006/relationships/image" Target="../media/image53.png"/><Relationship Id="rId7" Type="http://schemas.openxmlformats.org/officeDocument/2006/relationships/image" Target="../media/image5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9.png"/><Relationship Id="rId4" Type="http://schemas.openxmlformats.org/officeDocument/2006/relationships/image" Target="../media/image55.png"/><Relationship Id="rId5" Type="http://schemas.openxmlformats.org/officeDocument/2006/relationships/image" Target="../media/image52.png"/><Relationship Id="rId6" Type="http://schemas.openxmlformats.org/officeDocument/2006/relationships/image" Target="../media/image49.png"/><Relationship Id="rId7" Type="http://schemas.openxmlformats.org/officeDocument/2006/relationships/image" Target="../media/image3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Relationship Id="rId4" Type="http://schemas.openxmlformats.org/officeDocument/2006/relationships/image" Target="../media/image59.png"/><Relationship Id="rId5" Type="http://schemas.openxmlformats.org/officeDocument/2006/relationships/image" Target="../media/image51.png"/><Relationship Id="rId6" Type="http://schemas.openxmlformats.org/officeDocument/2006/relationships/image" Target="../media/image4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Relationship Id="rId4" Type="http://schemas.openxmlformats.org/officeDocument/2006/relationships/image" Target="../media/image59.png"/><Relationship Id="rId5" Type="http://schemas.openxmlformats.org/officeDocument/2006/relationships/image" Target="../media/image49.png"/><Relationship Id="rId6" Type="http://schemas.openxmlformats.org/officeDocument/2006/relationships/image" Target="../media/image4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png"/><Relationship Id="rId4" Type="http://schemas.openxmlformats.org/officeDocument/2006/relationships/image" Target="../media/image7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Relationship Id="rId4" Type="http://schemas.openxmlformats.org/officeDocument/2006/relationships/image" Target="../media/image75.png"/><Relationship Id="rId5" Type="http://schemas.openxmlformats.org/officeDocument/2006/relationships/image" Target="../media/image6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Relationship Id="rId4" Type="http://schemas.openxmlformats.org/officeDocument/2006/relationships/image" Target="../media/image67.png"/><Relationship Id="rId5" Type="http://schemas.openxmlformats.org/officeDocument/2006/relationships/image" Target="../media/image7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png"/><Relationship Id="rId4" Type="http://schemas.openxmlformats.org/officeDocument/2006/relationships/image" Target="../media/image7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4.png"/><Relationship Id="rId4" Type="http://schemas.openxmlformats.org/officeDocument/2006/relationships/image" Target="../media/image1.png"/><Relationship Id="rId11" Type="http://schemas.openxmlformats.org/officeDocument/2006/relationships/image" Target="../media/image12.png"/><Relationship Id="rId10" Type="http://schemas.openxmlformats.org/officeDocument/2006/relationships/image" Target="../media/image9.png"/><Relationship Id="rId12" Type="http://schemas.openxmlformats.org/officeDocument/2006/relationships/image" Target="../media/image10.png"/><Relationship Id="rId9" Type="http://schemas.openxmlformats.org/officeDocument/2006/relationships/image" Target="../media/image13.png"/><Relationship Id="rId5" Type="http://schemas.openxmlformats.org/officeDocument/2006/relationships/image" Target="../media/image73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-168371" y="-196611"/>
            <a:ext cx="1197194" cy="10750826"/>
          </a:xfrm>
          <a:custGeom>
            <a:rect b="b" l="l" r="r" t="t"/>
            <a:pathLst>
              <a:path extrusionOk="0" h="10750826" w="1197194">
                <a:moveTo>
                  <a:pt x="0" y="0"/>
                </a:moveTo>
                <a:lnTo>
                  <a:pt x="1197194" y="0"/>
                </a:lnTo>
                <a:lnTo>
                  <a:pt x="1197194" y="10750826"/>
                </a:lnTo>
                <a:lnTo>
                  <a:pt x="0" y="107508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419332" y="4771373"/>
            <a:ext cx="4826984" cy="942213"/>
          </a:xfrm>
          <a:custGeom>
            <a:rect b="b" l="l" r="r" t="t"/>
            <a:pathLst>
              <a:path extrusionOk="0" h="1256284" w="6435979">
                <a:moveTo>
                  <a:pt x="0" y="0"/>
                </a:moveTo>
                <a:lnTo>
                  <a:pt x="6435979" y="0"/>
                </a:lnTo>
                <a:lnTo>
                  <a:pt x="6435979" y="1256284"/>
                </a:lnTo>
                <a:lnTo>
                  <a:pt x="0" y="1256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635" l="0" r="0" t="-4634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10584096" y="-366824"/>
            <a:ext cx="7740184" cy="11582368"/>
          </a:xfrm>
          <a:custGeom>
            <a:rect b="b" l="l" r="r" t="t"/>
            <a:pathLst>
              <a:path extrusionOk="0" h="11582368" w="7740184">
                <a:moveTo>
                  <a:pt x="0" y="0"/>
                </a:moveTo>
                <a:lnTo>
                  <a:pt x="7740184" y="0"/>
                </a:lnTo>
                <a:lnTo>
                  <a:pt x="7740184" y="11582368"/>
                </a:lnTo>
                <a:lnTo>
                  <a:pt x="0" y="11582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>
            <a:off x="16336507" y="7961139"/>
            <a:ext cx="1951482" cy="2427637"/>
          </a:xfrm>
          <a:custGeom>
            <a:rect b="b" l="l" r="r" t="t"/>
            <a:pathLst>
              <a:path extrusionOk="0" h="3236849" w="2601976">
                <a:moveTo>
                  <a:pt x="0" y="0"/>
                </a:moveTo>
                <a:lnTo>
                  <a:pt x="2601976" y="0"/>
                </a:lnTo>
                <a:lnTo>
                  <a:pt x="2601976" y="3236849"/>
                </a:lnTo>
                <a:lnTo>
                  <a:pt x="0" y="3236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7" r="-16" t="0"/>
            </a:stretch>
          </a:blipFill>
          <a:ln>
            <a:noFill/>
          </a:ln>
        </p:spPr>
      </p:sp>
      <p:sp>
        <p:nvSpPr>
          <p:cNvPr id="96" name="Google Shape;96;p1"/>
          <p:cNvSpPr/>
          <p:nvPr/>
        </p:nvSpPr>
        <p:spPr>
          <a:xfrm>
            <a:off x="15325190" y="4137430"/>
            <a:ext cx="1605439" cy="2573846"/>
          </a:xfrm>
          <a:custGeom>
            <a:rect b="b" l="l" r="r" t="t"/>
            <a:pathLst>
              <a:path extrusionOk="0" h="3431794" w="2140585">
                <a:moveTo>
                  <a:pt x="0" y="0"/>
                </a:moveTo>
                <a:lnTo>
                  <a:pt x="2140585" y="0"/>
                </a:lnTo>
                <a:lnTo>
                  <a:pt x="2140585" y="3431794"/>
                </a:lnTo>
                <a:lnTo>
                  <a:pt x="0" y="3431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5" r="-22" t="0"/>
            </a:stretch>
          </a:blipFill>
          <a:ln>
            <a:noFill/>
          </a:ln>
        </p:spPr>
      </p:sp>
      <p:sp>
        <p:nvSpPr>
          <p:cNvPr id="97" name="Google Shape;97;p1"/>
          <p:cNvSpPr/>
          <p:nvPr/>
        </p:nvSpPr>
        <p:spPr>
          <a:xfrm flipH="1">
            <a:off x="9746363" y="3991731"/>
            <a:ext cx="6180487" cy="6149530"/>
          </a:xfrm>
          <a:custGeom>
            <a:rect b="b" l="l" r="r" t="t"/>
            <a:pathLst>
              <a:path extrusionOk="0" h="8199374" w="8240649">
                <a:moveTo>
                  <a:pt x="8240649" y="0"/>
                </a:moveTo>
                <a:lnTo>
                  <a:pt x="0" y="0"/>
                </a:lnTo>
                <a:lnTo>
                  <a:pt x="0" y="8199374"/>
                </a:lnTo>
                <a:lnTo>
                  <a:pt x="8240649" y="8199374"/>
                </a:lnTo>
                <a:lnTo>
                  <a:pt x="8240649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24" l="0" r="0" t="-24"/>
            </a:stretch>
          </a:blip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 flipH="1">
            <a:off x="12789439" y="4239207"/>
            <a:ext cx="4780407" cy="6149530"/>
          </a:xfrm>
          <a:custGeom>
            <a:rect b="b" l="l" r="r" t="t"/>
            <a:pathLst>
              <a:path extrusionOk="0" h="8199374" w="6373876">
                <a:moveTo>
                  <a:pt x="6373876" y="0"/>
                </a:moveTo>
                <a:lnTo>
                  <a:pt x="0" y="0"/>
                </a:lnTo>
                <a:lnTo>
                  <a:pt x="0" y="8199374"/>
                </a:lnTo>
                <a:lnTo>
                  <a:pt x="6373876" y="8199374"/>
                </a:lnTo>
                <a:lnTo>
                  <a:pt x="6373876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7538" l="0" r="0" t="-7536"/>
            </a:stretch>
          </a:blipFill>
          <a:ln>
            <a:noFill/>
          </a:ln>
        </p:spPr>
      </p:sp>
      <p:sp>
        <p:nvSpPr>
          <p:cNvPr id="99" name="Google Shape;99;p1"/>
          <p:cNvSpPr/>
          <p:nvPr/>
        </p:nvSpPr>
        <p:spPr>
          <a:xfrm>
            <a:off x="10495428" y="9254210"/>
            <a:ext cx="2294001" cy="1134523"/>
          </a:xfrm>
          <a:custGeom>
            <a:rect b="b" l="l" r="r" t="t"/>
            <a:pathLst>
              <a:path extrusionOk="0" h="1512697" w="3058668">
                <a:moveTo>
                  <a:pt x="0" y="0"/>
                </a:moveTo>
                <a:lnTo>
                  <a:pt x="3058668" y="0"/>
                </a:lnTo>
                <a:lnTo>
                  <a:pt x="3058668" y="1512697"/>
                </a:lnTo>
                <a:lnTo>
                  <a:pt x="0" y="1512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81" l="0" r="0" t="-77"/>
            </a:stretch>
          </a:blip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 rot="762920">
            <a:off x="14439521" y="1494348"/>
            <a:ext cx="1773745" cy="1741360"/>
          </a:xfrm>
          <a:custGeom>
            <a:rect b="b" l="l" r="r" t="t"/>
            <a:pathLst>
              <a:path extrusionOk="0" h="2321814" w="2364994">
                <a:moveTo>
                  <a:pt x="0" y="0"/>
                </a:moveTo>
                <a:lnTo>
                  <a:pt x="2364994" y="0"/>
                </a:lnTo>
                <a:lnTo>
                  <a:pt x="2364994" y="2321814"/>
                </a:lnTo>
                <a:lnTo>
                  <a:pt x="0" y="23218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-54" l="0" r="0" t="-53"/>
            </a:stretch>
          </a:blipFill>
          <a:ln>
            <a:noFill/>
          </a:ln>
        </p:spPr>
      </p:sp>
      <p:sp>
        <p:nvSpPr>
          <p:cNvPr id="101" name="Google Shape;101;p1"/>
          <p:cNvSpPr/>
          <p:nvPr/>
        </p:nvSpPr>
        <p:spPr>
          <a:xfrm>
            <a:off x="10584086" y="1028701"/>
            <a:ext cx="2079403" cy="2088261"/>
          </a:xfrm>
          <a:custGeom>
            <a:rect b="b" l="l" r="r" t="t"/>
            <a:pathLst>
              <a:path extrusionOk="0" h="2784348" w="2772537">
                <a:moveTo>
                  <a:pt x="0" y="0"/>
                </a:moveTo>
                <a:lnTo>
                  <a:pt x="2772537" y="0"/>
                </a:lnTo>
                <a:lnTo>
                  <a:pt x="2772537" y="2784348"/>
                </a:lnTo>
                <a:lnTo>
                  <a:pt x="0" y="2784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-34" r="-34" t="0"/>
            </a:stretch>
          </a:blipFill>
          <a:ln>
            <a:noFill/>
          </a:ln>
        </p:spPr>
      </p:sp>
      <p:sp>
        <p:nvSpPr>
          <p:cNvPr id="102" name="Google Shape;102;p1"/>
          <p:cNvSpPr txBox="1"/>
          <p:nvPr/>
        </p:nvSpPr>
        <p:spPr>
          <a:xfrm>
            <a:off x="1619496" y="816705"/>
            <a:ext cx="9163824" cy="1284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3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Aula: Encontro 02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689772" y="4166373"/>
            <a:ext cx="7886400" cy="450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Bem-vindo(a) ao nosso Programa Qualifica - TI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1561076" y="6491425"/>
            <a:ext cx="9455400" cy="26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3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Curso: Programação WEB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Google Shape;113;p2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2"/>
          <p:cNvSpPr/>
          <p:nvPr/>
        </p:nvSpPr>
        <p:spPr>
          <a:xfrm>
            <a:off x="10695500" y="1057830"/>
            <a:ext cx="9528785" cy="8200470"/>
          </a:xfrm>
          <a:custGeom>
            <a:rect b="b" l="l" r="r" t="t"/>
            <a:pathLst>
              <a:path extrusionOk="0" h="8200470" w="9528785">
                <a:moveTo>
                  <a:pt x="0" y="0"/>
                </a:moveTo>
                <a:lnTo>
                  <a:pt x="9528785" y="0"/>
                </a:lnTo>
                <a:lnTo>
                  <a:pt x="9528785" y="8200470"/>
                </a:lnTo>
                <a:lnTo>
                  <a:pt x="0" y="8200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2"/>
          <p:cNvSpPr txBox="1"/>
          <p:nvPr/>
        </p:nvSpPr>
        <p:spPr>
          <a:xfrm>
            <a:off x="1409304" y="2892174"/>
            <a:ext cx="8649096" cy="3823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Boas-vindas </a:t>
            </a:r>
            <a:endParaRPr/>
          </a:p>
          <a:p>
            <a:pPr indent="0" lvl="0" marL="0" marR="0" rtl="0" algn="l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Demonstração das Páginas WEB</a:t>
            </a:r>
            <a:endParaRPr/>
          </a:p>
          <a:p>
            <a:pPr indent="0" lvl="0" marL="0" marR="0" rtl="0" algn="l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Conhecendo Programação Web</a:t>
            </a:r>
            <a:endParaRPr/>
          </a:p>
          <a:p>
            <a:pPr indent="0" lvl="0" marL="0" marR="0" rtl="0" algn="l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Intervalo / Parada Técnica</a:t>
            </a:r>
            <a:endParaRPr/>
          </a:p>
          <a:p>
            <a:pPr indent="0" lvl="0" marL="0" marR="0" rtl="0" algn="l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Praticando </a:t>
            </a:r>
            <a:endParaRPr/>
          </a:p>
          <a:p>
            <a:pPr indent="0" lvl="0" marL="0" marR="0" rtl="0" algn="l">
              <a:lnSpc>
                <a:spcPct val="16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1038225" y="3073149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2"/>
          <p:cNvSpPr/>
          <p:nvPr/>
        </p:nvSpPr>
        <p:spPr>
          <a:xfrm>
            <a:off x="1038225" y="3702368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2"/>
          <p:cNvSpPr/>
          <p:nvPr/>
        </p:nvSpPr>
        <p:spPr>
          <a:xfrm>
            <a:off x="1038225" y="4331587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2"/>
          <p:cNvSpPr/>
          <p:nvPr/>
        </p:nvSpPr>
        <p:spPr>
          <a:xfrm>
            <a:off x="1038225" y="4960806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2"/>
          <p:cNvSpPr/>
          <p:nvPr/>
        </p:nvSpPr>
        <p:spPr>
          <a:xfrm>
            <a:off x="1038225" y="5590025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2"/>
          <p:cNvSpPr/>
          <p:nvPr/>
        </p:nvSpPr>
        <p:spPr>
          <a:xfrm>
            <a:off x="1038225" y="6219244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2"/>
          <p:cNvSpPr/>
          <p:nvPr/>
        </p:nvSpPr>
        <p:spPr>
          <a:xfrm rot="567872">
            <a:off x="12773374" y="3054930"/>
            <a:ext cx="5373052" cy="5373053"/>
          </a:xfrm>
          <a:custGeom>
            <a:rect b="b" l="l" r="r" t="t"/>
            <a:pathLst>
              <a:path extrusionOk="0" h="7164070" w="7164070">
                <a:moveTo>
                  <a:pt x="0" y="0"/>
                </a:moveTo>
                <a:lnTo>
                  <a:pt x="7164070" y="0"/>
                </a:lnTo>
                <a:lnTo>
                  <a:pt x="7164070" y="7164070"/>
                </a:lnTo>
                <a:lnTo>
                  <a:pt x="0" y="7164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2"/>
          <p:cNvSpPr txBox="1"/>
          <p:nvPr/>
        </p:nvSpPr>
        <p:spPr>
          <a:xfrm>
            <a:off x="1034770" y="1799811"/>
            <a:ext cx="11910089" cy="892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Google Shape;132;p3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3"/>
          <p:cNvSpPr txBox="1"/>
          <p:nvPr/>
        </p:nvSpPr>
        <p:spPr>
          <a:xfrm>
            <a:off x="3352800" y="1210600"/>
            <a:ext cx="9593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Boas Vindas 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8786432" y="2791145"/>
            <a:ext cx="8316849" cy="6237637"/>
          </a:xfrm>
          <a:custGeom>
            <a:rect b="b" l="l" r="r" t="t"/>
            <a:pathLst>
              <a:path extrusionOk="0" h="8316849" w="11089132">
                <a:moveTo>
                  <a:pt x="0" y="0"/>
                </a:moveTo>
                <a:lnTo>
                  <a:pt x="11089132" y="0"/>
                </a:lnTo>
                <a:lnTo>
                  <a:pt x="11089132" y="8316849"/>
                </a:lnTo>
                <a:lnTo>
                  <a:pt x="0" y="8316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4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4"/>
          <p:cNvSpPr txBox="1"/>
          <p:nvPr/>
        </p:nvSpPr>
        <p:spPr>
          <a:xfrm>
            <a:off x="3001685" y="142875"/>
            <a:ext cx="5562600" cy="892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Prática de Hoje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2567850" y="4134584"/>
            <a:ext cx="657615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Conhecendo o mundo da Programação Web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8862088" y="2423476"/>
            <a:ext cx="6758940" cy="6758940"/>
          </a:xfrm>
          <a:custGeom>
            <a:rect b="b" l="l" r="r" t="t"/>
            <a:pathLst>
              <a:path extrusionOk="0" h="9011920" w="9011920">
                <a:moveTo>
                  <a:pt x="0" y="0"/>
                </a:moveTo>
                <a:lnTo>
                  <a:pt x="9011920" y="0"/>
                </a:lnTo>
                <a:lnTo>
                  <a:pt x="9011920" y="9011920"/>
                </a:lnTo>
                <a:lnTo>
                  <a:pt x="0" y="9011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/>
          <p:nvPr/>
        </p:nvSpPr>
        <p:spPr>
          <a:xfrm>
            <a:off x="552351" y="216034"/>
            <a:ext cx="285914" cy="430580"/>
          </a:xfrm>
          <a:custGeom>
            <a:rect b="b" l="l" r="r" t="t"/>
            <a:pathLst>
              <a:path extrusionOk="0" h="430580" w="285914">
                <a:moveTo>
                  <a:pt x="0" y="0"/>
                </a:moveTo>
                <a:lnTo>
                  <a:pt x="285914" y="0"/>
                </a:lnTo>
                <a:lnTo>
                  <a:pt x="285914" y="430580"/>
                </a:lnTo>
                <a:lnTo>
                  <a:pt x="0" y="4305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56" name="Google Shape;156;p5"/>
          <p:cNvCxnSpPr/>
          <p:nvPr/>
        </p:nvCxnSpPr>
        <p:spPr>
          <a:xfrm rot="10041">
            <a:off x="3695952" y="503711"/>
            <a:ext cx="13043756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5"/>
          <p:cNvSpPr txBox="1"/>
          <p:nvPr/>
        </p:nvSpPr>
        <p:spPr>
          <a:xfrm>
            <a:off x="1067702" y="282618"/>
            <a:ext cx="2398800" cy="480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HISTÓRIA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552351" y="1535477"/>
            <a:ext cx="137421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Como a Internet Funciona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552351" y="2649006"/>
            <a:ext cx="16187329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Surgimento da Internet</a:t>
            </a:r>
            <a:endParaRPr/>
          </a:p>
          <a:p>
            <a:pPr indent="-257175" lvl="1" marL="5143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internet surgiu a partir de pesquisas militares no auge da Guerra Fria na década de 1960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57175" lvl="1" marL="5143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Inicialmente foi chamada de ARPANET, criada pela ARPA, sigla para Advanced Research Projects Agency</a:t>
            </a:r>
            <a:endParaRPr/>
          </a:p>
          <a:p>
            <a:pPr indent="-257175" lvl="1" marL="5143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World Wide Web (Web) foi criada pelo inglês Tim Berners-Lee no CERN</a:t>
            </a:r>
            <a:endParaRPr/>
          </a:p>
          <a:p>
            <a:pPr indent="-285750" lvl="2" marL="8572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⚬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Era um sistema de gerenciamento de informações, no qual o texto poderia conter links e referências a outros trabalhos.</a:t>
            </a:r>
            <a:endParaRPr/>
          </a:p>
          <a:p>
            <a:pPr indent="-285750" lvl="2" marL="8572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⚬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 criou um servidor para publicar esse estilo de documento (chamado hipertexto), bem como um programa para lê-los, que ele havia chamado WorldWideWeb, lançado pela primeira vez em 1991.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552351" y="216034"/>
            <a:ext cx="285914" cy="430580"/>
          </a:xfrm>
          <a:custGeom>
            <a:rect b="b" l="l" r="r" t="t"/>
            <a:pathLst>
              <a:path extrusionOk="0" h="430580" w="285914">
                <a:moveTo>
                  <a:pt x="0" y="0"/>
                </a:moveTo>
                <a:lnTo>
                  <a:pt x="285914" y="0"/>
                </a:lnTo>
                <a:lnTo>
                  <a:pt x="285914" y="430580"/>
                </a:lnTo>
                <a:lnTo>
                  <a:pt x="0" y="4305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552351" y="4282009"/>
            <a:ext cx="11087872" cy="5526324"/>
          </a:xfrm>
          <a:custGeom>
            <a:rect b="b" l="l" r="r" t="t"/>
            <a:pathLst>
              <a:path extrusionOk="0" h="6635115" w="13312521">
                <a:moveTo>
                  <a:pt x="0" y="0"/>
                </a:moveTo>
                <a:lnTo>
                  <a:pt x="13312521" y="0"/>
                </a:lnTo>
                <a:lnTo>
                  <a:pt x="13312521" y="6635115"/>
                </a:lnTo>
                <a:lnTo>
                  <a:pt x="0" y="66351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70" name="Google Shape;170;p6"/>
          <p:cNvCxnSpPr/>
          <p:nvPr/>
        </p:nvCxnSpPr>
        <p:spPr>
          <a:xfrm rot="10041">
            <a:off x="3695952" y="503711"/>
            <a:ext cx="13043756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6"/>
          <p:cNvSpPr txBox="1"/>
          <p:nvPr/>
        </p:nvSpPr>
        <p:spPr>
          <a:xfrm>
            <a:off x="1067702" y="282618"/>
            <a:ext cx="2398800" cy="480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HISTÓRIA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552351" y="1535477"/>
            <a:ext cx="137421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Como a Internet Funciona</a:t>
            </a:r>
            <a:endParaRPr/>
          </a:p>
        </p:txBody>
      </p:sp>
      <p:sp>
        <p:nvSpPr>
          <p:cNvPr id="173" name="Google Shape;173;p6"/>
          <p:cNvSpPr txBox="1"/>
          <p:nvPr/>
        </p:nvSpPr>
        <p:spPr>
          <a:xfrm>
            <a:off x="552351" y="2649006"/>
            <a:ext cx="16187329" cy="141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Primeira página WEB da história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https://info.cern.ch/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/>
          <p:nvPr/>
        </p:nvSpPr>
        <p:spPr>
          <a:xfrm>
            <a:off x="552351" y="216034"/>
            <a:ext cx="285914" cy="430580"/>
          </a:xfrm>
          <a:custGeom>
            <a:rect b="b" l="l" r="r" t="t"/>
            <a:pathLst>
              <a:path extrusionOk="0" h="430580" w="285914">
                <a:moveTo>
                  <a:pt x="0" y="0"/>
                </a:moveTo>
                <a:lnTo>
                  <a:pt x="285914" y="0"/>
                </a:lnTo>
                <a:lnTo>
                  <a:pt x="285914" y="430580"/>
                </a:lnTo>
                <a:lnTo>
                  <a:pt x="0" y="4305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83" name="Google Shape;183;p7"/>
          <p:cNvCxnSpPr/>
          <p:nvPr/>
        </p:nvCxnSpPr>
        <p:spPr>
          <a:xfrm rot="10041">
            <a:off x="3695952" y="503711"/>
            <a:ext cx="13043756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7"/>
          <p:cNvSpPr txBox="1"/>
          <p:nvPr/>
        </p:nvSpPr>
        <p:spPr>
          <a:xfrm>
            <a:off x="1067702" y="282618"/>
            <a:ext cx="2398800" cy="480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HISTÓRIA</a:t>
            </a:r>
            <a:endParaRPr/>
          </a:p>
        </p:txBody>
      </p:sp>
      <p:sp>
        <p:nvSpPr>
          <p:cNvPr id="185" name="Google Shape;185;p7"/>
          <p:cNvSpPr txBox="1"/>
          <p:nvPr/>
        </p:nvSpPr>
        <p:spPr>
          <a:xfrm>
            <a:off x="552351" y="1535477"/>
            <a:ext cx="137421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Como a Internet Funciona</a:t>
            </a:r>
            <a:endParaRPr/>
          </a:p>
        </p:txBody>
      </p:sp>
      <p:sp>
        <p:nvSpPr>
          <p:cNvPr id="186" name="Google Shape;186;p7"/>
          <p:cNvSpPr txBox="1"/>
          <p:nvPr/>
        </p:nvSpPr>
        <p:spPr>
          <a:xfrm>
            <a:off x="552351" y="2649006"/>
            <a:ext cx="16187329" cy="461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A Internet no Brasil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Brasil, os primeiros embriões de rede surgiram em 1988 e ligavam universidades do Brasil a instituições nos Estados Unidos.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Somente em maio de 1995 a internet tornou-se de acesso público.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Já a Web chegou ao Brasil em 1995.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Rede de Computadores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 de computadores é a interconexão entre computadores que permite a comunicação de dados entre si através de cabos ou sem fios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2802769" y="6908921"/>
            <a:ext cx="2349398" cy="2349398"/>
          </a:xfrm>
          <a:custGeom>
            <a:rect b="b" l="l" r="r" t="t"/>
            <a:pathLst>
              <a:path extrusionOk="0" h="4608322" w="4608322">
                <a:moveTo>
                  <a:pt x="0" y="0"/>
                </a:moveTo>
                <a:lnTo>
                  <a:pt x="4608322" y="0"/>
                </a:lnTo>
                <a:lnTo>
                  <a:pt x="4608322" y="4608322"/>
                </a:lnTo>
                <a:lnTo>
                  <a:pt x="0" y="4608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/>
          <p:nvPr/>
        </p:nvSpPr>
        <p:spPr>
          <a:xfrm>
            <a:off x="552351" y="216034"/>
            <a:ext cx="285914" cy="430580"/>
          </a:xfrm>
          <a:custGeom>
            <a:rect b="b" l="l" r="r" t="t"/>
            <a:pathLst>
              <a:path extrusionOk="0" h="430580" w="285914">
                <a:moveTo>
                  <a:pt x="0" y="0"/>
                </a:moveTo>
                <a:lnTo>
                  <a:pt x="285914" y="0"/>
                </a:lnTo>
                <a:lnTo>
                  <a:pt x="285914" y="430580"/>
                </a:lnTo>
                <a:lnTo>
                  <a:pt x="0" y="4305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8"/>
          <p:cNvSpPr/>
          <p:nvPr/>
        </p:nvSpPr>
        <p:spPr>
          <a:xfrm>
            <a:off x="5788516" y="6912497"/>
            <a:ext cx="5715000" cy="1447800"/>
          </a:xfrm>
          <a:custGeom>
            <a:rect b="b" l="l" r="r" t="t"/>
            <a:pathLst>
              <a:path extrusionOk="0" h="1930400" w="7620000">
                <a:moveTo>
                  <a:pt x="0" y="0"/>
                </a:moveTo>
                <a:lnTo>
                  <a:pt x="7620000" y="0"/>
                </a:lnTo>
                <a:lnTo>
                  <a:pt x="7620000" y="1930400"/>
                </a:lnTo>
                <a:lnTo>
                  <a:pt x="0" y="1930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98" name="Google Shape;198;p8"/>
          <p:cNvCxnSpPr/>
          <p:nvPr/>
        </p:nvCxnSpPr>
        <p:spPr>
          <a:xfrm rot="10041">
            <a:off x="3695952" y="503711"/>
            <a:ext cx="13043756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8"/>
          <p:cNvSpPr txBox="1"/>
          <p:nvPr/>
        </p:nvSpPr>
        <p:spPr>
          <a:xfrm>
            <a:off x="1067702" y="282618"/>
            <a:ext cx="2398800" cy="480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HISTÓRIA</a:t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552351" y="1535477"/>
            <a:ext cx="137421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Como a Internet Funciona</a:t>
            </a:r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552351" y="2649006"/>
            <a:ext cx="16187329" cy="279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4.1. Rede de Computadores Simples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Quando dois computadores precisam se comunicar, você precisa conectá-los, seja fisicamente (normalmente com um Cabo de rede) ou de uma forma sem fio (por exemplo com sistemas WiFi ou Bluetooth). Todos os computadores modernos suportam alguma(s) dessas conexões.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/>
          <p:nvPr/>
        </p:nvSpPr>
        <p:spPr>
          <a:xfrm>
            <a:off x="552351" y="216034"/>
            <a:ext cx="285914" cy="430580"/>
          </a:xfrm>
          <a:custGeom>
            <a:rect b="b" l="l" r="r" t="t"/>
            <a:pathLst>
              <a:path extrusionOk="0" h="430580" w="285914">
                <a:moveTo>
                  <a:pt x="0" y="0"/>
                </a:moveTo>
                <a:lnTo>
                  <a:pt x="285914" y="0"/>
                </a:lnTo>
                <a:lnTo>
                  <a:pt x="285914" y="430580"/>
                </a:lnTo>
                <a:lnTo>
                  <a:pt x="0" y="4305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Dez computadores conectados entre si" id="211" name="Google Shape;211;p9"/>
          <p:cNvSpPr/>
          <p:nvPr/>
        </p:nvSpPr>
        <p:spPr>
          <a:xfrm>
            <a:off x="11024680" y="2696631"/>
            <a:ext cx="5715000" cy="5486400"/>
          </a:xfrm>
          <a:custGeom>
            <a:rect b="b" l="l" r="r" t="t"/>
            <a:pathLst>
              <a:path extrusionOk="0" h="7315200" w="7620000">
                <a:moveTo>
                  <a:pt x="0" y="0"/>
                </a:moveTo>
                <a:lnTo>
                  <a:pt x="7620000" y="0"/>
                </a:lnTo>
                <a:lnTo>
                  <a:pt x="76200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12" name="Google Shape;212;p9"/>
          <p:cNvCxnSpPr/>
          <p:nvPr/>
        </p:nvCxnSpPr>
        <p:spPr>
          <a:xfrm rot="10041">
            <a:off x="3695952" y="503711"/>
            <a:ext cx="13043756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9"/>
          <p:cNvSpPr txBox="1"/>
          <p:nvPr/>
        </p:nvSpPr>
        <p:spPr>
          <a:xfrm>
            <a:off x="1067702" y="282618"/>
            <a:ext cx="2398800" cy="480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HISTÓRIA</a:t>
            </a:r>
            <a:endParaRPr/>
          </a:p>
        </p:txBody>
      </p:sp>
      <p:sp>
        <p:nvSpPr>
          <p:cNvPr id="214" name="Google Shape;214;p9"/>
          <p:cNvSpPr txBox="1"/>
          <p:nvPr/>
        </p:nvSpPr>
        <p:spPr>
          <a:xfrm>
            <a:off x="552351" y="1535477"/>
            <a:ext cx="137421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Como a Internet Funciona</a:t>
            </a:r>
            <a:endParaRPr/>
          </a:p>
        </p:txBody>
      </p:sp>
      <p:sp>
        <p:nvSpPr>
          <p:cNvPr id="215" name="Google Shape;215;p9"/>
          <p:cNvSpPr txBox="1"/>
          <p:nvPr/>
        </p:nvSpPr>
        <p:spPr>
          <a:xfrm>
            <a:off x="552351" y="2649006"/>
            <a:ext cx="9936969" cy="3705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4.2. Rede de Computadores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rede não é limitada a dois computadores. Você pode conectar quantos computadores desejar. Mas isto se torna complicado. Se você está tentando conectar, digamos, dez computadores, você irá precisar de 45 cabos, com 9 conexões por computador!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/>
          <p:nvPr/>
        </p:nvSpPr>
        <p:spPr>
          <a:xfrm>
            <a:off x="552351" y="216034"/>
            <a:ext cx="285914" cy="430580"/>
          </a:xfrm>
          <a:custGeom>
            <a:rect b="b" l="l" r="r" t="t"/>
            <a:pathLst>
              <a:path extrusionOk="0" h="430580" w="285914">
                <a:moveTo>
                  <a:pt x="0" y="0"/>
                </a:moveTo>
                <a:lnTo>
                  <a:pt x="285914" y="0"/>
                </a:lnTo>
                <a:lnTo>
                  <a:pt x="285914" y="430580"/>
                </a:lnTo>
                <a:lnTo>
                  <a:pt x="0" y="4305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0"/>
          <p:cNvSpPr/>
          <p:nvPr/>
        </p:nvSpPr>
        <p:spPr>
          <a:xfrm>
            <a:off x="11024680" y="2696631"/>
            <a:ext cx="5715000" cy="5486400"/>
          </a:xfrm>
          <a:custGeom>
            <a:rect b="b" l="l" r="r" t="t"/>
            <a:pathLst>
              <a:path extrusionOk="0" h="7315200" w="7620000">
                <a:moveTo>
                  <a:pt x="0" y="0"/>
                </a:moveTo>
                <a:lnTo>
                  <a:pt x="7620000" y="0"/>
                </a:lnTo>
                <a:lnTo>
                  <a:pt x="76200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26" name="Google Shape;226;p10"/>
          <p:cNvCxnSpPr/>
          <p:nvPr/>
        </p:nvCxnSpPr>
        <p:spPr>
          <a:xfrm rot="10041">
            <a:off x="3695952" y="503711"/>
            <a:ext cx="13043756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10"/>
          <p:cNvSpPr txBox="1"/>
          <p:nvPr/>
        </p:nvSpPr>
        <p:spPr>
          <a:xfrm>
            <a:off x="1067702" y="282618"/>
            <a:ext cx="2398800" cy="480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HISTÓRIA</a:t>
            </a:r>
            <a:endParaRPr/>
          </a:p>
        </p:txBody>
      </p:sp>
      <p:sp>
        <p:nvSpPr>
          <p:cNvPr id="228" name="Google Shape;228;p10"/>
          <p:cNvSpPr txBox="1"/>
          <p:nvPr/>
        </p:nvSpPr>
        <p:spPr>
          <a:xfrm>
            <a:off x="552351" y="1535477"/>
            <a:ext cx="137421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Como a Internet Funciona</a:t>
            </a:r>
            <a:endParaRPr/>
          </a:p>
        </p:txBody>
      </p:sp>
      <p:sp>
        <p:nvSpPr>
          <p:cNvPr id="229" name="Google Shape;229;p10"/>
          <p:cNvSpPr txBox="1"/>
          <p:nvPr/>
        </p:nvSpPr>
        <p:spPr>
          <a:xfrm>
            <a:off x="695308" y="2649006"/>
            <a:ext cx="9785051" cy="416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resolver este problema, cada computador na rede está conectado a um pequeno computador especial chamado de roteador. 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vez que nós adicionamos um roteador no sistema, nossa rede de 10 computadores apenas necessitará de 10 cabos: uma única conexão para cada computador e um roteador com 10 conexões.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/>
          <p:nvPr/>
        </p:nvSpPr>
        <p:spPr>
          <a:xfrm>
            <a:off x="552351" y="216034"/>
            <a:ext cx="285914" cy="430580"/>
          </a:xfrm>
          <a:custGeom>
            <a:rect b="b" l="l" r="r" t="t"/>
            <a:pathLst>
              <a:path extrusionOk="0" h="430580" w="285914">
                <a:moveTo>
                  <a:pt x="0" y="0"/>
                </a:moveTo>
                <a:lnTo>
                  <a:pt x="285914" y="0"/>
                </a:lnTo>
                <a:lnTo>
                  <a:pt x="285914" y="430580"/>
                </a:lnTo>
                <a:lnTo>
                  <a:pt x="0" y="4305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11"/>
          <p:cNvSpPr/>
          <p:nvPr/>
        </p:nvSpPr>
        <p:spPr>
          <a:xfrm>
            <a:off x="11220934" y="4144431"/>
            <a:ext cx="4419600" cy="4419600"/>
          </a:xfrm>
          <a:custGeom>
            <a:rect b="b" l="l" r="r" t="t"/>
            <a:pathLst>
              <a:path extrusionOk="0" h="5892800" w="5892800">
                <a:moveTo>
                  <a:pt x="0" y="0"/>
                </a:moveTo>
                <a:lnTo>
                  <a:pt x="5892800" y="0"/>
                </a:lnTo>
                <a:lnTo>
                  <a:pt x="5892800" y="5892800"/>
                </a:lnTo>
                <a:lnTo>
                  <a:pt x="0" y="5892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40" name="Google Shape;240;p11"/>
          <p:cNvCxnSpPr/>
          <p:nvPr/>
        </p:nvCxnSpPr>
        <p:spPr>
          <a:xfrm rot="10041">
            <a:off x="3695952" y="503711"/>
            <a:ext cx="13043756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11"/>
          <p:cNvSpPr txBox="1"/>
          <p:nvPr/>
        </p:nvSpPr>
        <p:spPr>
          <a:xfrm>
            <a:off x="1067702" y="282618"/>
            <a:ext cx="2398800" cy="480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HISTÓRIA</a:t>
            </a:r>
            <a:endParaRPr/>
          </a:p>
        </p:txBody>
      </p:sp>
      <p:sp>
        <p:nvSpPr>
          <p:cNvPr id="242" name="Google Shape;242;p11"/>
          <p:cNvSpPr txBox="1"/>
          <p:nvPr/>
        </p:nvSpPr>
        <p:spPr>
          <a:xfrm>
            <a:off x="552351" y="1535477"/>
            <a:ext cx="137421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Como a Internet Funciona</a:t>
            </a:r>
            <a:endParaRPr/>
          </a:p>
        </p:txBody>
      </p:sp>
      <p:sp>
        <p:nvSpPr>
          <p:cNvPr id="243" name="Google Shape;243;p11"/>
          <p:cNvSpPr txBox="1"/>
          <p:nvPr/>
        </p:nvSpPr>
        <p:spPr>
          <a:xfrm>
            <a:off x="695308" y="2649006"/>
            <a:ext cx="9785051" cy="5991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Internet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rede que interconecta dispositivos em escala global para a transferência de dados entre eles.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uma rede de várias outras redes.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Web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documentos em hipermídia que são interligados e executados por meio da Internet.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Internet x Web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Internet é a infraestrutura, enquanto a Web é um serviço construído sob esta infraestrutura.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"/>
          <p:cNvSpPr/>
          <p:nvPr/>
        </p:nvSpPr>
        <p:spPr>
          <a:xfrm>
            <a:off x="552351" y="216034"/>
            <a:ext cx="285914" cy="430580"/>
          </a:xfrm>
          <a:custGeom>
            <a:rect b="b" l="l" r="r" t="t"/>
            <a:pathLst>
              <a:path extrusionOk="0" h="430580" w="285914">
                <a:moveTo>
                  <a:pt x="0" y="0"/>
                </a:moveTo>
                <a:lnTo>
                  <a:pt x="285914" y="0"/>
                </a:lnTo>
                <a:lnTo>
                  <a:pt x="285914" y="430580"/>
                </a:lnTo>
                <a:lnTo>
                  <a:pt x="0" y="4305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53" name="Google Shape;253;p12"/>
          <p:cNvCxnSpPr/>
          <p:nvPr/>
        </p:nvCxnSpPr>
        <p:spPr>
          <a:xfrm rot="10041">
            <a:off x="3695952" y="503711"/>
            <a:ext cx="13043756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12"/>
          <p:cNvSpPr txBox="1"/>
          <p:nvPr/>
        </p:nvSpPr>
        <p:spPr>
          <a:xfrm>
            <a:off x="1067702" y="282618"/>
            <a:ext cx="2398800" cy="480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HISTÓRIA</a:t>
            </a:r>
            <a:endParaRPr/>
          </a:p>
        </p:txBody>
      </p:sp>
      <p:sp>
        <p:nvSpPr>
          <p:cNvPr id="255" name="Google Shape;255;p12"/>
          <p:cNvSpPr txBox="1"/>
          <p:nvPr/>
        </p:nvSpPr>
        <p:spPr>
          <a:xfrm>
            <a:off x="552351" y="1535477"/>
            <a:ext cx="137421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Visão geral das tecnologias modernas da web</a:t>
            </a:r>
            <a:endParaRPr/>
          </a:p>
        </p:txBody>
      </p:sp>
      <p:sp>
        <p:nvSpPr>
          <p:cNvPr id="256" name="Google Shape;256;p12"/>
          <p:cNvSpPr txBox="1"/>
          <p:nvPr/>
        </p:nvSpPr>
        <p:spPr>
          <a:xfrm>
            <a:off x="552351" y="2649454"/>
            <a:ext cx="16044372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Existem várias tecnologias para aprender se você quiser ser um desenvolvedor front-end da web. </a:t>
            </a:r>
            <a:endParaRPr/>
          </a:p>
        </p:txBody>
      </p:sp>
      <p:sp>
        <p:nvSpPr>
          <p:cNvPr id="257" name="Google Shape;257;p12"/>
          <p:cNvSpPr txBox="1"/>
          <p:nvPr/>
        </p:nvSpPr>
        <p:spPr>
          <a:xfrm>
            <a:off x="552351" y="3903215"/>
            <a:ext cx="15774979" cy="416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Navegadores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navegadores da web são os programas de software que as pessoas usam para consumir a web e incluem Firefox , Chrome , Opera , Safari e Edge.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HTTP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protocolo de transferência de hipertexto, ou HTTP , é um protocolo de mensagens que permite aos navegadores da web se comunicarem com os servidores da web (onde os sites da web são armazenados).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"/>
          <p:cNvSpPr/>
          <p:nvPr/>
        </p:nvSpPr>
        <p:spPr>
          <a:xfrm>
            <a:off x="552351" y="216034"/>
            <a:ext cx="285914" cy="430580"/>
          </a:xfrm>
          <a:custGeom>
            <a:rect b="b" l="l" r="r" t="t"/>
            <a:pathLst>
              <a:path extrusionOk="0" h="430580" w="285914">
                <a:moveTo>
                  <a:pt x="0" y="0"/>
                </a:moveTo>
                <a:lnTo>
                  <a:pt x="285914" y="0"/>
                </a:lnTo>
                <a:lnTo>
                  <a:pt x="285914" y="430580"/>
                </a:lnTo>
                <a:lnTo>
                  <a:pt x="0" y="4305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67" name="Google Shape;267;p13"/>
          <p:cNvCxnSpPr/>
          <p:nvPr/>
        </p:nvCxnSpPr>
        <p:spPr>
          <a:xfrm rot="10041">
            <a:off x="3695952" y="503711"/>
            <a:ext cx="13043756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13"/>
          <p:cNvSpPr txBox="1"/>
          <p:nvPr/>
        </p:nvSpPr>
        <p:spPr>
          <a:xfrm>
            <a:off x="1067702" y="282618"/>
            <a:ext cx="2398800" cy="480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HISTÓRIA</a:t>
            </a:r>
            <a:endParaRPr/>
          </a:p>
        </p:txBody>
      </p:sp>
      <p:sp>
        <p:nvSpPr>
          <p:cNvPr id="269" name="Google Shape;269;p13"/>
          <p:cNvSpPr txBox="1"/>
          <p:nvPr/>
        </p:nvSpPr>
        <p:spPr>
          <a:xfrm>
            <a:off x="552351" y="1535477"/>
            <a:ext cx="137421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Visão geral das tecnologias modernas da web</a:t>
            </a:r>
            <a:endParaRPr/>
          </a:p>
        </p:txBody>
      </p:sp>
      <p:sp>
        <p:nvSpPr>
          <p:cNvPr id="270" name="Google Shape;270;p13"/>
          <p:cNvSpPr txBox="1"/>
          <p:nvPr/>
        </p:nvSpPr>
        <p:spPr>
          <a:xfrm>
            <a:off x="552351" y="2649454"/>
            <a:ext cx="16044372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HTML, CSS e JavaScript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São as três tecnologias principais que você usará para construir um site: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linguagem de marcação de hipertexto, ou HTML , é uma linguagem de marcação que consiste em diferentes elementos nos quais você pode agrupar (marcar) o conteúdo para dar-lhe significado (semântica) e estrutura.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Cascading Style Sheets ( CSS ) é uma linguagem baseada em regras usada para aplicar estilos ao seu HTML.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 é a linguagem de programação que usamos para adicionar interatividade aos sites, desde a troca de estilo dinâmico até a obtenção de atualizações do servidor, até gráficos 3D complexos.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276" name="Google Shape;276;p14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14"/>
          <p:cNvSpPr txBox="1"/>
          <p:nvPr/>
        </p:nvSpPr>
        <p:spPr>
          <a:xfrm>
            <a:off x="6355805" y="3481698"/>
            <a:ext cx="10037700" cy="3248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Imagine que o </a:t>
            </a: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padeiro do seu bairro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 Sr. José, </a:t>
            </a: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 contratou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!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 ouviu falar que você está aprendendo a programar e quer dar um toque moderno ao seu negócio. Ele precisa de </a:t>
            </a: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site simples para começar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que mostre um pouco da padaria e atraia mais clientes.</a:t>
            </a:r>
            <a:endParaRPr/>
          </a:p>
        </p:txBody>
      </p:sp>
      <p:sp>
        <p:nvSpPr>
          <p:cNvPr id="279" name="Google Shape;279;p14"/>
          <p:cNvSpPr txBox="1"/>
          <p:nvPr/>
        </p:nvSpPr>
        <p:spPr>
          <a:xfrm>
            <a:off x="701674" y="1155752"/>
            <a:ext cx="10211082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Contexto da prática de hoje</a:t>
            </a:r>
            <a:endParaRPr/>
          </a:p>
        </p:txBody>
      </p:sp>
      <p:sp>
        <p:nvSpPr>
          <p:cNvPr id="280" name="Google Shape;280;p14"/>
          <p:cNvSpPr/>
          <p:nvPr/>
        </p:nvSpPr>
        <p:spPr>
          <a:xfrm>
            <a:off x="1028700" y="3957529"/>
            <a:ext cx="4045860" cy="4144287"/>
          </a:xfrm>
          <a:custGeom>
            <a:rect b="b" l="l" r="r" t="t"/>
            <a:pathLst>
              <a:path extrusionOk="0" h="4144287" w="4045860">
                <a:moveTo>
                  <a:pt x="0" y="0"/>
                </a:moveTo>
                <a:lnTo>
                  <a:pt x="4045860" y="0"/>
                </a:lnTo>
                <a:lnTo>
                  <a:pt x="4045860" y="4144287"/>
                </a:lnTo>
                <a:lnTo>
                  <a:pt x="0" y="4144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14"/>
          <p:cNvSpPr txBox="1"/>
          <p:nvPr/>
        </p:nvSpPr>
        <p:spPr>
          <a:xfrm>
            <a:off x="6446980" y="7521047"/>
            <a:ext cx="10037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Essa é a sua primeira missão como desenvolvedor(a) web! E</a:t>
            </a: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vamos construir esse site juntos,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passo a passo, começando do absoluto zero.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287" name="Google Shape;287;p15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15"/>
          <p:cNvSpPr txBox="1"/>
          <p:nvPr/>
        </p:nvSpPr>
        <p:spPr>
          <a:xfrm>
            <a:off x="701674" y="1203377"/>
            <a:ext cx="1021108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Pensando na solução</a:t>
            </a:r>
            <a:endParaRPr/>
          </a:p>
        </p:txBody>
      </p:sp>
      <p:sp>
        <p:nvSpPr>
          <p:cNvPr id="290" name="Google Shape;290;p15"/>
          <p:cNvSpPr txBox="1"/>
          <p:nvPr/>
        </p:nvSpPr>
        <p:spPr>
          <a:xfrm>
            <a:off x="1028700" y="4740181"/>
            <a:ext cx="13525499" cy="141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construir o site da "Padaria do Bairro", vamos precisar de algumas ferramentas essenciais. Não se preocupe, o básico já está no seu computador ou é fácil de conseguir!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296" name="Google Shape;296;p16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297" name="Google Shape;297;p16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p16"/>
          <p:cNvSpPr txBox="1"/>
          <p:nvPr/>
        </p:nvSpPr>
        <p:spPr>
          <a:xfrm>
            <a:off x="701674" y="1203377"/>
            <a:ext cx="1021108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Pensando na solução</a:t>
            </a:r>
            <a:endParaRPr/>
          </a:p>
        </p:txBody>
      </p:sp>
      <p:sp>
        <p:nvSpPr>
          <p:cNvPr id="299" name="Google Shape;299;p16"/>
          <p:cNvSpPr txBox="1"/>
          <p:nvPr/>
        </p:nvSpPr>
        <p:spPr>
          <a:xfrm>
            <a:off x="1028700" y="3512571"/>
            <a:ext cx="13994918" cy="23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1. Um Computador (Onde Tudo Acontece!)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é o item mais básico e você já o tem! Seu computador será a sua estação de trabalho, onde você vai acessar os programas necessários, guardar seus arquivos e escrever todo o código.</a:t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1028700" y="2493396"/>
            <a:ext cx="12607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Quais ferramentas vamos usar?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306" name="Google Shape;306;p17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307" name="Google Shape;307;p17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17"/>
          <p:cNvSpPr txBox="1"/>
          <p:nvPr/>
        </p:nvSpPr>
        <p:spPr>
          <a:xfrm>
            <a:off x="701674" y="1203377"/>
            <a:ext cx="1021108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Pensando na solução</a:t>
            </a:r>
            <a:endParaRPr/>
          </a:p>
        </p:txBody>
      </p:sp>
      <p:sp>
        <p:nvSpPr>
          <p:cNvPr id="309" name="Google Shape;309;p17"/>
          <p:cNvSpPr txBox="1"/>
          <p:nvPr/>
        </p:nvSpPr>
        <p:spPr>
          <a:xfrm>
            <a:off x="1028700" y="2493396"/>
            <a:ext cx="12607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Quais ferramentas vamos usar?</a:t>
            </a:r>
            <a:endParaRPr/>
          </a:p>
        </p:txBody>
      </p:sp>
      <p:sp>
        <p:nvSpPr>
          <p:cNvPr id="310" name="Google Shape;310;p17"/>
          <p:cNvSpPr txBox="1"/>
          <p:nvPr/>
        </p:nvSpPr>
        <p:spPr>
          <a:xfrm>
            <a:off x="1044149" y="3512571"/>
            <a:ext cx="15775666" cy="1876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2. Um Navegador Web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navegador web é o programa que você usa para </a:t>
            </a: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acessar a internet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dia a dia. Exemplos são o Google Chrome, Mozilla Firefox ou Microsoft Edge.</a:t>
            </a:r>
            <a:endParaRPr/>
          </a:p>
        </p:txBody>
      </p:sp>
      <p:sp>
        <p:nvSpPr>
          <p:cNvPr id="311" name="Google Shape;311;p17"/>
          <p:cNvSpPr txBox="1"/>
          <p:nvPr/>
        </p:nvSpPr>
        <p:spPr>
          <a:xfrm>
            <a:off x="1075046" y="5760471"/>
            <a:ext cx="15775666" cy="416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que serve no nosso projeto?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ver o site da Padaria do Bairro: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Quando você cria seu código HTML, o navegador é quem "lê" esse código e mostra o resultado visual na tela. É como o forno que assa o pão para você ver como ficou!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usar o Firebase Studio: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Firebase Studio é uma ferramenta baseada na web. Isso significa que você vai acessá-lo diretamente pelo seu navegador, como se estivesse visitando um site comum.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317" name="Google Shape;317;p18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318" name="Google Shape;318;p18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9" name="Google Shape;319;p18"/>
          <p:cNvSpPr txBox="1"/>
          <p:nvPr/>
        </p:nvSpPr>
        <p:spPr>
          <a:xfrm>
            <a:off x="701674" y="1203377"/>
            <a:ext cx="1021108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Pensando na solução</a:t>
            </a:r>
            <a:endParaRPr/>
          </a:p>
        </p:txBody>
      </p:sp>
      <p:sp>
        <p:nvSpPr>
          <p:cNvPr id="320" name="Google Shape;320;p18"/>
          <p:cNvSpPr txBox="1"/>
          <p:nvPr/>
        </p:nvSpPr>
        <p:spPr>
          <a:xfrm>
            <a:off x="1028700" y="2493396"/>
            <a:ext cx="12607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Quais ferramentas vamos usar?</a:t>
            </a:r>
            <a:endParaRPr/>
          </a:p>
        </p:txBody>
      </p:sp>
      <p:sp>
        <p:nvSpPr>
          <p:cNvPr id="321" name="Google Shape;321;p18"/>
          <p:cNvSpPr txBox="1"/>
          <p:nvPr/>
        </p:nvSpPr>
        <p:spPr>
          <a:xfrm>
            <a:off x="1044149" y="3512571"/>
            <a:ext cx="15775666" cy="461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3. Um Editor de Código (Firebase Studio - seu ambiente de desenvolvimento!)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editor de código é um software onde você escreve e organiza seu código de programação. Ele geralmente tem recursos que ajudam muito, como colorir o código para facilitar a leitura e dar sugestões enquanto você digita.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 oferece uma interface web que inclui uma espécie de IDE (Ambiente de Desenvolvimento Integrado) online.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Pense assim: O Firebase Studio será o nosso "escritório virtual" completo.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327" name="Google Shape;327;p19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328" name="Google Shape;328;p19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19"/>
          <p:cNvSpPr txBox="1"/>
          <p:nvPr/>
        </p:nvSpPr>
        <p:spPr>
          <a:xfrm>
            <a:off x="701674" y="1203377"/>
            <a:ext cx="1021108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Pensando na solução</a:t>
            </a:r>
            <a:endParaRPr/>
          </a:p>
        </p:txBody>
      </p:sp>
      <p:sp>
        <p:nvSpPr>
          <p:cNvPr id="330" name="Google Shape;330;p19"/>
          <p:cNvSpPr txBox="1"/>
          <p:nvPr/>
        </p:nvSpPr>
        <p:spPr>
          <a:xfrm>
            <a:off x="1028700" y="2493396"/>
            <a:ext cx="12607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Quais ferramentas vamos usar?</a:t>
            </a:r>
            <a:endParaRPr/>
          </a:p>
        </p:txBody>
      </p:sp>
      <p:sp>
        <p:nvSpPr>
          <p:cNvPr id="331" name="Google Shape;331;p19"/>
          <p:cNvSpPr txBox="1"/>
          <p:nvPr/>
        </p:nvSpPr>
        <p:spPr>
          <a:xfrm>
            <a:off x="1044149" y="3512571"/>
            <a:ext cx="15775666" cy="416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4. Um Software de Controle de Versão (O "Histórico" do Seu Código)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software de controle de versão é como </a:t>
            </a: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máquina do tempo para o seu código.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Ele registra todas as mudanças que você faz no seu projeto ao longo do tempo.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 vamos usar?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Usaremos o</a:t>
            </a: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Git (um sistema)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a plataforma online </a:t>
            </a: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(onde armazenamos nosso código). Por enquanto, você não precisa se preocupar em instalá-lo ou usá-lo diretamente, mas é bom saber que ele existe e será uma ferramenta essencial no futuro da sua carreira de programação!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0" name="Google Shape;340;p20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20"/>
          <p:cNvSpPr txBox="1"/>
          <p:nvPr/>
        </p:nvSpPr>
        <p:spPr>
          <a:xfrm>
            <a:off x="3276600" y="300584"/>
            <a:ext cx="6280430" cy="892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Nosso Break</a:t>
            </a:r>
            <a:endParaRPr/>
          </a:p>
        </p:txBody>
      </p:sp>
      <p:sp>
        <p:nvSpPr>
          <p:cNvPr id="342" name="Google Shape;342;p20"/>
          <p:cNvSpPr/>
          <p:nvPr/>
        </p:nvSpPr>
        <p:spPr>
          <a:xfrm>
            <a:off x="5410200" y="4118768"/>
            <a:ext cx="8745950" cy="5820060"/>
          </a:xfrm>
          <a:custGeom>
            <a:rect b="b" l="l" r="r" t="t"/>
            <a:pathLst>
              <a:path extrusionOk="0" h="7760081" w="11661267">
                <a:moveTo>
                  <a:pt x="0" y="0"/>
                </a:moveTo>
                <a:lnTo>
                  <a:pt x="11661267" y="0"/>
                </a:lnTo>
                <a:lnTo>
                  <a:pt x="11661267" y="7760081"/>
                </a:lnTo>
                <a:lnTo>
                  <a:pt x="0" y="77600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p20"/>
          <p:cNvSpPr txBox="1"/>
          <p:nvPr/>
        </p:nvSpPr>
        <p:spPr>
          <a:xfrm>
            <a:off x="6482220" y="2922250"/>
            <a:ext cx="6576061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 minutos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1"/>
          <p:cNvSpPr txBox="1"/>
          <p:nvPr/>
        </p:nvSpPr>
        <p:spPr>
          <a:xfrm>
            <a:off x="1047750" y="2830396"/>
            <a:ext cx="969100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Acesse: </a:t>
            </a:r>
            <a:r>
              <a:rPr b="0" i="0" lang="en-US" sz="30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https://firebase.studio/</a:t>
            </a:r>
            <a:endParaRPr/>
          </a:p>
        </p:txBody>
      </p:sp>
      <p:sp>
        <p:nvSpPr>
          <p:cNvPr id="353" name="Google Shape;353;p21"/>
          <p:cNvSpPr txBox="1"/>
          <p:nvPr/>
        </p:nvSpPr>
        <p:spPr>
          <a:xfrm>
            <a:off x="1047750" y="1826604"/>
            <a:ext cx="766751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84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Acesso e Cadastro</a:t>
            </a:r>
            <a:endParaRPr/>
          </a:p>
        </p:txBody>
      </p:sp>
      <p:sp>
        <p:nvSpPr>
          <p:cNvPr id="354" name="Google Shape;354;p21"/>
          <p:cNvSpPr/>
          <p:nvPr/>
        </p:nvSpPr>
        <p:spPr>
          <a:xfrm>
            <a:off x="5142424" y="3525119"/>
            <a:ext cx="4444238" cy="572891"/>
          </a:xfrm>
          <a:custGeom>
            <a:rect b="b" l="l" r="r" t="t"/>
            <a:pathLst>
              <a:path extrusionOk="0" h="572891" w="4444238">
                <a:moveTo>
                  <a:pt x="0" y="0"/>
                </a:moveTo>
                <a:lnTo>
                  <a:pt x="4444239" y="0"/>
                </a:lnTo>
                <a:lnTo>
                  <a:pt x="4444239" y="572891"/>
                </a:lnTo>
                <a:lnTo>
                  <a:pt x="0" y="572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498" l="0" r="0" t="-2498"/>
            </a:stretch>
          </a:blipFill>
          <a:ln>
            <a:noFill/>
          </a:ln>
        </p:spPr>
      </p:sp>
      <p:sp>
        <p:nvSpPr>
          <p:cNvPr id="355" name="Google Shape;355;p21"/>
          <p:cNvSpPr txBox="1"/>
          <p:nvPr/>
        </p:nvSpPr>
        <p:spPr>
          <a:xfrm>
            <a:off x="5321325" y="3586850"/>
            <a:ext cx="4086437" cy="411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Clique em começar</a:t>
            </a:r>
            <a:endParaRPr/>
          </a:p>
        </p:txBody>
      </p:sp>
      <p:sp>
        <p:nvSpPr>
          <p:cNvPr id="356" name="Google Shape;356;p21"/>
          <p:cNvSpPr/>
          <p:nvPr/>
        </p:nvSpPr>
        <p:spPr>
          <a:xfrm>
            <a:off x="655476" y="4362562"/>
            <a:ext cx="9685782" cy="2842070"/>
          </a:xfrm>
          <a:custGeom>
            <a:rect b="b" l="l" r="r" t="t"/>
            <a:pathLst>
              <a:path extrusionOk="0" h="3789426" w="12914376">
                <a:moveTo>
                  <a:pt x="0" y="0"/>
                </a:moveTo>
                <a:lnTo>
                  <a:pt x="12914376" y="0"/>
                </a:lnTo>
                <a:lnTo>
                  <a:pt x="12914376" y="3789426"/>
                </a:lnTo>
                <a:lnTo>
                  <a:pt x="0" y="3789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0064" l="0" r="0" t="0"/>
            </a:stretch>
          </a:blipFill>
          <a:ln>
            <a:noFill/>
          </a:ln>
        </p:spPr>
      </p:sp>
      <p:sp>
        <p:nvSpPr>
          <p:cNvPr id="357" name="Google Shape;357;p21"/>
          <p:cNvSpPr/>
          <p:nvPr/>
        </p:nvSpPr>
        <p:spPr>
          <a:xfrm rot="-8524177">
            <a:off x="8566494" y="6984155"/>
            <a:ext cx="2422707" cy="1220163"/>
          </a:xfrm>
          <a:custGeom>
            <a:rect b="b" l="l" r="r" t="t"/>
            <a:pathLst>
              <a:path extrusionOk="0" h="1220163" w="2422707">
                <a:moveTo>
                  <a:pt x="0" y="0"/>
                </a:moveTo>
                <a:lnTo>
                  <a:pt x="2422707" y="0"/>
                </a:lnTo>
                <a:lnTo>
                  <a:pt x="2422707" y="1220163"/>
                </a:lnTo>
                <a:lnTo>
                  <a:pt x="0" y="1220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610" l="0" r="0" t="-611"/>
            </a:stretch>
          </a:blipFill>
          <a:ln>
            <a:noFill/>
          </a:ln>
        </p:spPr>
      </p:sp>
      <p:sp>
        <p:nvSpPr>
          <p:cNvPr id="358" name="Google Shape;358;p21"/>
          <p:cNvSpPr/>
          <p:nvPr/>
        </p:nvSpPr>
        <p:spPr>
          <a:xfrm>
            <a:off x="11108332" y="3166887"/>
            <a:ext cx="6076188" cy="5924264"/>
          </a:xfrm>
          <a:custGeom>
            <a:rect b="b" l="l" r="r" t="t"/>
            <a:pathLst>
              <a:path extrusionOk="0" h="7899019" w="8101584">
                <a:moveTo>
                  <a:pt x="0" y="0"/>
                </a:moveTo>
                <a:lnTo>
                  <a:pt x="8101584" y="0"/>
                </a:lnTo>
                <a:lnTo>
                  <a:pt x="8101584" y="7899019"/>
                </a:lnTo>
                <a:lnTo>
                  <a:pt x="0" y="78990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75" l="0" r="0" t="-74"/>
            </a:stretch>
          </a:blipFill>
          <a:ln>
            <a:noFill/>
          </a:ln>
        </p:spPr>
      </p:sp>
      <p:sp>
        <p:nvSpPr>
          <p:cNvPr id="359" name="Google Shape;359;p21"/>
          <p:cNvSpPr/>
          <p:nvPr/>
        </p:nvSpPr>
        <p:spPr>
          <a:xfrm>
            <a:off x="11841292" y="8820066"/>
            <a:ext cx="4073212" cy="788230"/>
          </a:xfrm>
          <a:custGeom>
            <a:rect b="b" l="l" r="r" t="t"/>
            <a:pathLst>
              <a:path extrusionOk="0" h="788230" w="4073212">
                <a:moveTo>
                  <a:pt x="0" y="0"/>
                </a:moveTo>
                <a:lnTo>
                  <a:pt x="4073212" y="0"/>
                </a:lnTo>
                <a:lnTo>
                  <a:pt x="4073212" y="788230"/>
                </a:lnTo>
                <a:lnTo>
                  <a:pt x="0" y="7882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0" name="Google Shape;360;p21"/>
          <p:cNvSpPr txBox="1"/>
          <p:nvPr/>
        </p:nvSpPr>
        <p:spPr>
          <a:xfrm>
            <a:off x="11955377" y="8975148"/>
            <a:ext cx="3649146" cy="411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Clique no botão azul</a:t>
            </a:r>
            <a:endParaRPr/>
          </a:p>
        </p:txBody>
      </p:sp>
      <p:sp>
        <p:nvSpPr>
          <p:cNvPr id="361" name="Google Shape;361;p21"/>
          <p:cNvSpPr/>
          <p:nvPr/>
        </p:nvSpPr>
        <p:spPr>
          <a:xfrm>
            <a:off x="10663192" y="2862403"/>
            <a:ext cx="6234808" cy="963482"/>
          </a:xfrm>
          <a:custGeom>
            <a:rect b="b" l="l" r="r" t="t"/>
            <a:pathLst>
              <a:path extrusionOk="0" h="963482" w="6234808">
                <a:moveTo>
                  <a:pt x="0" y="0"/>
                </a:moveTo>
                <a:lnTo>
                  <a:pt x="6234808" y="0"/>
                </a:lnTo>
                <a:lnTo>
                  <a:pt x="6234808" y="963481"/>
                </a:lnTo>
                <a:lnTo>
                  <a:pt x="0" y="963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21"/>
          <p:cNvSpPr txBox="1"/>
          <p:nvPr/>
        </p:nvSpPr>
        <p:spPr>
          <a:xfrm>
            <a:off x="10989990" y="2938455"/>
            <a:ext cx="5775816" cy="773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Selecione a primeira caixa. As duas últimas não precisa selecionar</a:t>
            </a:r>
            <a:endParaRPr/>
          </a:p>
        </p:txBody>
      </p:sp>
      <p:cxnSp>
        <p:nvCxnSpPr>
          <p:cNvPr id="363" name="Google Shape;363;p21"/>
          <p:cNvCxnSpPr/>
          <p:nvPr/>
        </p:nvCxnSpPr>
        <p:spPr>
          <a:xfrm>
            <a:off x="7634091" y="4036665"/>
            <a:ext cx="1658652" cy="444435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4" name="Google Shape;364;p21"/>
          <p:cNvCxnSpPr/>
          <p:nvPr/>
        </p:nvCxnSpPr>
        <p:spPr>
          <a:xfrm>
            <a:off x="11204830" y="3711737"/>
            <a:ext cx="750547" cy="2417304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5" name="Google Shape;365;p21"/>
          <p:cNvCxnSpPr/>
          <p:nvPr/>
        </p:nvCxnSpPr>
        <p:spPr>
          <a:xfrm flipH="1" rot="10800000">
            <a:off x="13711069" y="8234156"/>
            <a:ext cx="1608651" cy="654967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6" name="Google Shape;366;p21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21"/>
          <p:cNvSpPr txBox="1"/>
          <p:nvPr/>
        </p:nvSpPr>
        <p:spPr>
          <a:xfrm>
            <a:off x="3020736" y="329391"/>
            <a:ext cx="5237959" cy="892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Codificando</a:t>
            </a:r>
            <a:endParaRPr/>
          </a:p>
        </p:txBody>
      </p:sp>
      <p:sp>
        <p:nvSpPr>
          <p:cNvPr id="368" name="Google Shape;368;p21"/>
          <p:cNvSpPr/>
          <p:nvPr/>
        </p:nvSpPr>
        <p:spPr>
          <a:xfrm>
            <a:off x="12392947" y="377016"/>
            <a:ext cx="4341912" cy="1763886"/>
          </a:xfrm>
          <a:custGeom>
            <a:rect b="b" l="l" r="r" t="t"/>
            <a:pathLst>
              <a:path extrusionOk="0" h="3059430" w="7530973">
                <a:moveTo>
                  <a:pt x="0" y="0"/>
                </a:moveTo>
                <a:lnTo>
                  <a:pt x="7530973" y="0"/>
                </a:lnTo>
                <a:lnTo>
                  <a:pt x="7530973" y="3059430"/>
                </a:lnTo>
                <a:lnTo>
                  <a:pt x="0" y="3059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2"/>
          <p:cNvSpPr/>
          <p:nvPr/>
        </p:nvSpPr>
        <p:spPr>
          <a:xfrm>
            <a:off x="1299889" y="2552518"/>
            <a:ext cx="9833039" cy="5690902"/>
          </a:xfrm>
          <a:custGeom>
            <a:rect b="b" l="l" r="r" t="t"/>
            <a:pathLst>
              <a:path extrusionOk="0" h="7587869" w="13110718">
                <a:moveTo>
                  <a:pt x="0" y="0"/>
                </a:moveTo>
                <a:lnTo>
                  <a:pt x="13110718" y="0"/>
                </a:lnTo>
                <a:lnTo>
                  <a:pt x="13110718" y="7587869"/>
                </a:lnTo>
                <a:lnTo>
                  <a:pt x="0" y="7587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" r="-33" t="0"/>
            </a:stretch>
          </a:blipFill>
          <a:ln>
            <a:noFill/>
          </a:ln>
        </p:spPr>
      </p:sp>
      <p:sp>
        <p:nvSpPr>
          <p:cNvPr id="378" name="Google Shape;378;p22"/>
          <p:cNvSpPr/>
          <p:nvPr/>
        </p:nvSpPr>
        <p:spPr>
          <a:xfrm>
            <a:off x="598937" y="8527354"/>
            <a:ext cx="3453509" cy="963482"/>
          </a:xfrm>
          <a:custGeom>
            <a:rect b="b" l="l" r="r" t="t"/>
            <a:pathLst>
              <a:path extrusionOk="0" h="963482" w="3453509">
                <a:moveTo>
                  <a:pt x="0" y="0"/>
                </a:moveTo>
                <a:lnTo>
                  <a:pt x="3453509" y="0"/>
                </a:lnTo>
                <a:lnTo>
                  <a:pt x="3453509" y="963481"/>
                </a:lnTo>
                <a:lnTo>
                  <a:pt x="0" y="963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9" name="Google Shape;379;p22"/>
          <p:cNvSpPr/>
          <p:nvPr/>
        </p:nvSpPr>
        <p:spPr>
          <a:xfrm>
            <a:off x="4881505" y="8527354"/>
            <a:ext cx="4526529" cy="963482"/>
          </a:xfrm>
          <a:custGeom>
            <a:rect b="b" l="l" r="r" t="t"/>
            <a:pathLst>
              <a:path extrusionOk="0" h="963482" w="4526529">
                <a:moveTo>
                  <a:pt x="0" y="0"/>
                </a:moveTo>
                <a:lnTo>
                  <a:pt x="4526529" y="0"/>
                </a:lnTo>
                <a:lnTo>
                  <a:pt x="4526529" y="963481"/>
                </a:lnTo>
                <a:lnTo>
                  <a:pt x="0" y="963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80" name="Google Shape;380;p22"/>
          <p:cNvCxnSpPr/>
          <p:nvPr/>
        </p:nvCxnSpPr>
        <p:spPr>
          <a:xfrm rot="10800000">
            <a:off x="5129605" y="7656569"/>
            <a:ext cx="1507986" cy="870784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81" name="Google Shape;381;p22"/>
          <p:cNvGrpSpPr/>
          <p:nvPr/>
        </p:nvGrpSpPr>
        <p:grpSpPr>
          <a:xfrm>
            <a:off x="2509396" y="2668491"/>
            <a:ext cx="3086100" cy="687287"/>
            <a:chOff x="0" y="-19050"/>
            <a:chExt cx="812800" cy="181014"/>
          </a:xfrm>
        </p:grpSpPr>
        <p:sp>
          <p:nvSpPr>
            <p:cNvPr id="382" name="Google Shape;382;p22"/>
            <p:cNvSpPr/>
            <p:nvPr/>
          </p:nvSpPr>
          <p:spPr>
            <a:xfrm>
              <a:off x="0" y="0"/>
              <a:ext cx="812800" cy="161964"/>
            </a:xfrm>
            <a:custGeom>
              <a:rect b="b" l="l" r="r" t="t"/>
              <a:pathLst>
                <a:path extrusionOk="0" h="16196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61964"/>
                  </a:lnTo>
                  <a:lnTo>
                    <a:pt x="0" y="161964"/>
                  </a:lnTo>
                  <a:close/>
                </a:path>
              </a:pathLst>
            </a:custGeom>
            <a:solidFill>
              <a:srgbClr val="151515"/>
            </a:solidFill>
            <a:ln>
              <a:noFill/>
            </a:ln>
          </p:spPr>
        </p:sp>
        <p:sp>
          <p:nvSpPr>
            <p:cNvPr id="383" name="Google Shape;383;p22"/>
            <p:cNvSpPr txBox="1"/>
            <p:nvPr/>
          </p:nvSpPr>
          <p:spPr>
            <a:xfrm>
              <a:off x="0" y="-19050"/>
              <a:ext cx="812800" cy="1810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4" name="Google Shape;384;p22"/>
          <p:cNvSpPr txBox="1"/>
          <p:nvPr/>
        </p:nvSpPr>
        <p:spPr>
          <a:xfrm>
            <a:off x="1047750" y="1826604"/>
            <a:ext cx="766751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84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Criação de um projeto</a:t>
            </a:r>
            <a:endParaRPr/>
          </a:p>
        </p:txBody>
      </p:sp>
      <p:sp>
        <p:nvSpPr>
          <p:cNvPr id="385" name="Google Shape;385;p22"/>
          <p:cNvSpPr txBox="1"/>
          <p:nvPr/>
        </p:nvSpPr>
        <p:spPr>
          <a:xfrm>
            <a:off x="749843" y="8603406"/>
            <a:ext cx="3151698" cy="773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novo espaço de trabalho</a:t>
            </a:r>
            <a:endParaRPr/>
          </a:p>
        </p:txBody>
      </p:sp>
      <p:sp>
        <p:nvSpPr>
          <p:cNvPr id="386" name="Google Shape;386;p22"/>
          <p:cNvSpPr txBox="1"/>
          <p:nvPr/>
        </p:nvSpPr>
        <p:spPr>
          <a:xfrm>
            <a:off x="5062731" y="8603406"/>
            <a:ext cx="4164078" cy="773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 crie a partir de um repositório do Github</a:t>
            </a:r>
            <a:endParaRPr/>
          </a:p>
        </p:txBody>
      </p:sp>
      <p:cxnSp>
        <p:nvCxnSpPr>
          <p:cNvPr id="387" name="Google Shape;387;p22"/>
          <p:cNvCxnSpPr/>
          <p:nvPr/>
        </p:nvCxnSpPr>
        <p:spPr>
          <a:xfrm flipH="1" rot="10800000">
            <a:off x="1727435" y="7656569"/>
            <a:ext cx="598256" cy="870784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8" name="Google Shape;388;p22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22"/>
          <p:cNvSpPr txBox="1"/>
          <p:nvPr/>
        </p:nvSpPr>
        <p:spPr>
          <a:xfrm>
            <a:off x="3020736" y="281766"/>
            <a:ext cx="5237959" cy="787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Codificando</a:t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>
            <a:off x="12392947" y="377016"/>
            <a:ext cx="4341912" cy="1763886"/>
          </a:xfrm>
          <a:custGeom>
            <a:rect b="b" l="l" r="r" t="t"/>
            <a:pathLst>
              <a:path extrusionOk="0" h="3059430" w="7530973">
                <a:moveTo>
                  <a:pt x="0" y="0"/>
                </a:moveTo>
                <a:lnTo>
                  <a:pt x="7530973" y="0"/>
                </a:lnTo>
                <a:lnTo>
                  <a:pt x="7530973" y="3059430"/>
                </a:lnTo>
                <a:lnTo>
                  <a:pt x="0" y="3059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3"/>
          <p:cNvSpPr txBox="1"/>
          <p:nvPr/>
        </p:nvSpPr>
        <p:spPr>
          <a:xfrm>
            <a:off x="1047750" y="1826604"/>
            <a:ext cx="766751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84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Criação de um projeto</a:t>
            </a:r>
            <a:endParaRPr/>
          </a:p>
        </p:txBody>
      </p:sp>
      <p:sp>
        <p:nvSpPr>
          <p:cNvPr id="400" name="Google Shape;400;p23"/>
          <p:cNvSpPr/>
          <p:nvPr/>
        </p:nvSpPr>
        <p:spPr>
          <a:xfrm>
            <a:off x="2331199" y="2661789"/>
            <a:ext cx="11301222" cy="6272212"/>
          </a:xfrm>
          <a:custGeom>
            <a:rect b="b" l="l" r="r" t="t"/>
            <a:pathLst>
              <a:path extrusionOk="0" h="8362950" w="15068296">
                <a:moveTo>
                  <a:pt x="0" y="0"/>
                </a:moveTo>
                <a:lnTo>
                  <a:pt x="15068296" y="0"/>
                </a:lnTo>
                <a:lnTo>
                  <a:pt x="15068296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" l="0" r="0" t="-40"/>
            </a:stretch>
          </a:blipFill>
          <a:ln>
            <a:noFill/>
          </a:ln>
        </p:spPr>
      </p:sp>
      <p:sp>
        <p:nvSpPr>
          <p:cNvPr id="401" name="Google Shape;401;p23"/>
          <p:cNvSpPr/>
          <p:nvPr/>
        </p:nvSpPr>
        <p:spPr>
          <a:xfrm>
            <a:off x="874690" y="8633222"/>
            <a:ext cx="3453509" cy="601531"/>
          </a:xfrm>
          <a:custGeom>
            <a:rect b="b" l="l" r="r" t="t"/>
            <a:pathLst>
              <a:path extrusionOk="0" h="601531" w="3453509">
                <a:moveTo>
                  <a:pt x="0" y="0"/>
                </a:moveTo>
                <a:lnTo>
                  <a:pt x="3453509" y="0"/>
                </a:lnTo>
                <a:lnTo>
                  <a:pt x="3453509" y="601531"/>
                </a:lnTo>
                <a:lnTo>
                  <a:pt x="0" y="601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2" name="Google Shape;402;p23"/>
          <p:cNvSpPr txBox="1"/>
          <p:nvPr/>
        </p:nvSpPr>
        <p:spPr>
          <a:xfrm>
            <a:off x="1025596" y="8709274"/>
            <a:ext cx="3151698" cy="411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Clique Web</a:t>
            </a:r>
            <a:endParaRPr/>
          </a:p>
        </p:txBody>
      </p:sp>
      <p:sp>
        <p:nvSpPr>
          <p:cNvPr id="403" name="Google Shape;403;p23"/>
          <p:cNvSpPr/>
          <p:nvPr/>
        </p:nvSpPr>
        <p:spPr>
          <a:xfrm>
            <a:off x="12099610" y="7612680"/>
            <a:ext cx="4526529" cy="601531"/>
          </a:xfrm>
          <a:custGeom>
            <a:rect b="b" l="l" r="r" t="t"/>
            <a:pathLst>
              <a:path extrusionOk="0" h="601531" w="4526529">
                <a:moveTo>
                  <a:pt x="0" y="0"/>
                </a:moveTo>
                <a:lnTo>
                  <a:pt x="4526530" y="0"/>
                </a:lnTo>
                <a:lnTo>
                  <a:pt x="4526530" y="601532"/>
                </a:lnTo>
                <a:lnTo>
                  <a:pt x="0" y="601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4" name="Google Shape;404;p23"/>
          <p:cNvSpPr txBox="1"/>
          <p:nvPr/>
        </p:nvSpPr>
        <p:spPr>
          <a:xfrm>
            <a:off x="12280836" y="7688732"/>
            <a:ext cx="4164078" cy="411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Clique em Simple HTML</a:t>
            </a:r>
            <a:endParaRPr/>
          </a:p>
        </p:txBody>
      </p:sp>
      <p:cxnSp>
        <p:nvCxnSpPr>
          <p:cNvPr id="405" name="Google Shape;405;p23"/>
          <p:cNvCxnSpPr/>
          <p:nvPr/>
        </p:nvCxnSpPr>
        <p:spPr>
          <a:xfrm flipH="1" rot="10800000">
            <a:off x="1958097" y="5277917"/>
            <a:ext cx="1137655" cy="3410054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6" name="Google Shape;406;p23"/>
          <p:cNvCxnSpPr/>
          <p:nvPr/>
        </p:nvCxnSpPr>
        <p:spPr>
          <a:xfrm rot="10800000">
            <a:off x="10175465" y="6679369"/>
            <a:ext cx="3821951" cy="933311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7" name="Google Shape;407;p23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23"/>
          <p:cNvSpPr txBox="1"/>
          <p:nvPr/>
        </p:nvSpPr>
        <p:spPr>
          <a:xfrm>
            <a:off x="3020736" y="281766"/>
            <a:ext cx="5237959" cy="787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Codificando</a:t>
            </a: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12392947" y="377016"/>
            <a:ext cx="4341912" cy="1763886"/>
          </a:xfrm>
          <a:custGeom>
            <a:rect b="b" l="l" r="r" t="t"/>
            <a:pathLst>
              <a:path extrusionOk="0" h="3059430" w="7530973">
                <a:moveTo>
                  <a:pt x="0" y="0"/>
                </a:moveTo>
                <a:lnTo>
                  <a:pt x="7530973" y="0"/>
                </a:lnTo>
                <a:lnTo>
                  <a:pt x="7530973" y="3059430"/>
                </a:lnTo>
                <a:lnTo>
                  <a:pt x="0" y="3059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4"/>
          <p:cNvSpPr txBox="1"/>
          <p:nvPr/>
        </p:nvSpPr>
        <p:spPr>
          <a:xfrm>
            <a:off x="1047750" y="1826604"/>
            <a:ext cx="766751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84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Criação de um projeto</a:t>
            </a:r>
            <a:endParaRPr/>
          </a:p>
        </p:txBody>
      </p:sp>
      <p:sp>
        <p:nvSpPr>
          <p:cNvPr id="419" name="Google Shape;419;p24"/>
          <p:cNvSpPr/>
          <p:nvPr/>
        </p:nvSpPr>
        <p:spPr>
          <a:xfrm rot="10099548">
            <a:off x="8295105" y="8388284"/>
            <a:ext cx="2422707" cy="1220163"/>
          </a:xfrm>
          <a:custGeom>
            <a:rect b="b" l="l" r="r" t="t"/>
            <a:pathLst>
              <a:path extrusionOk="0" h="1220163" w="2422707">
                <a:moveTo>
                  <a:pt x="0" y="0"/>
                </a:moveTo>
                <a:lnTo>
                  <a:pt x="2422707" y="0"/>
                </a:lnTo>
                <a:lnTo>
                  <a:pt x="2422707" y="1220163"/>
                </a:lnTo>
                <a:lnTo>
                  <a:pt x="0" y="1220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10" l="0" r="0" t="-611"/>
            </a:stretch>
          </a:blipFill>
          <a:ln>
            <a:noFill/>
          </a:ln>
        </p:spPr>
      </p:sp>
      <p:sp>
        <p:nvSpPr>
          <p:cNvPr id="420" name="Google Shape;420;p24"/>
          <p:cNvSpPr/>
          <p:nvPr/>
        </p:nvSpPr>
        <p:spPr>
          <a:xfrm>
            <a:off x="3470325" y="2880555"/>
            <a:ext cx="5673661" cy="5865304"/>
          </a:xfrm>
          <a:custGeom>
            <a:rect b="b" l="l" r="r" t="t"/>
            <a:pathLst>
              <a:path extrusionOk="0" h="7820406" w="7564882">
                <a:moveTo>
                  <a:pt x="0" y="0"/>
                </a:moveTo>
                <a:lnTo>
                  <a:pt x="7564882" y="0"/>
                </a:lnTo>
                <a:lnTo>
                  <a:pt x="7564882" y="7820406"/>
                </a:lnTo>
                <a:lnTo>
                  <a:pt x="0" y="7820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1" name="Google Shape;421;p24"/>
          <p:cNvSpPr/>
          <p:nvPr/>
        </p:nvSpPr>
        <p:spPr>
          <a:xfrm>
            <a:off x="10036056" y="4238481"/>
            <a:ext cx="4529709" cy="3646837"/>
          </a:xfrm>
          <a:custGeom>
            <a:rect b="b" l="l" r="r" t="t"/>
            <a:pathLst>
              <a:path extrusionOk="0" h="4862449" w="6039612">
                <a:moveTo>
                  <a:pt x="0" y="0"/>
                </a:moveTo>
                <a:lnTo>
                  <a:pt x="6039612" y="0"/>
                </a:lnTo>
                <a:lnTo>
                  <a:pt x="6039612" y="4862449"/>
                </a:lnTo>
                <a:lnTo>
                  <a:pt x="0" y="48624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2" name="Google Shape;422;p24"/>
          <p:cNvSpPr/>
          <p:nvPr/>
        </p:nvSpPr>
        <p:spPr>
          <a:xfrm>
            <a:off x="6685785" y="3389152"/>
            <a:ext cx="3506000" cy="963482"/>
          </a:xfrm>
          <a:custGeom>
            <a:rect b="b" l="l" r="r" t="t"/>
            <a:pathLst>
              <a:path extrusionOk="0" h="963482" w="3506000">
                <a:moveTo>
                  <a:pt x="0" y="0"/>
                </a:moveTo>
                <a:lnTo>
                  <a:pt x="3506000" y="0"/>
                </a:lnTo>
                <a:lnTo>
                  <a:pt x="3506000" y="963481"/>
                </a:lnTo>
                <a:lnTo>
                  <a:pt x="0" y="963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3" name="Google Shape;423;p24"/>
          <p:cNvSpPr txBox="1"/>
          <p:nvPr/>
        </p:nvSpPr>
        <p:spPr>
          <a:xfrm>
            <a:off x="6791428" y="3465204"/>
            <a:ext cx="3201222" cy="773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Defina um nome para seu projeto</a:t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9782858" y="7472926"/>
            <a:ext cx="1709133" cy="601531"/>
          </a:xfrm>
          <a:custGeom>
            <a:rect b="b" l="l" r="r" t="t"/>
            <a:pathLst>
              <a:path extrusionOk="0" h="601531" w="1709133">
                <a:moveTo>
                  <a:pt x="0" y="0"/>
                </a:moveTo>
                <a:lnTo>
                  <a:pt x="1709133" y="0"/>
                </a:lnTo>
                <a:lnTo>
                  <a:pt x="1709133" y="601531"/>
                </a:lnTo>
                <a:lnTo>
                  <a:pt x="0" y="601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5" name="Google Shape;425;p24"/>
          <p:cNvSpPr txBox="1"/>
          <p:nvPr/>
        </p:nvSpPr>
        <p:spPr>
          <a:xfrm>
            <a:off x="9884474" y="7548978"/>
            <a:ext cx="1505902" cy="411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Aguarde</a:t>
            </a:r>
            <a:endParaRPr/>
          </a:p>
        </p:txBody>
      </p:sp>
      <p:cxnSp>
        <p:nvCxnSpPr>
          <p:cNvPr id="426" name="Google Shape;426;p24"/>
          <p:cNvCxnSpPr/>
          <p:nvPr/>
        </p:nvCxnSpPr>
        <p:spPr>
          <a:xfrm flipH="1">
            <a:off x="6849372" y="4238481"/>
            <a:ext cx="1107402" cy="1727265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7" name="Google Shape;427;p24"/>
          <p:cNvCxnSpPr/>
          <p:nvPr/>
        </p:nvCxnSpPr>
        <p:spPr>
          <a:xfrm flipH="1">
            <a:off x="8122078" y="6074046"/>
            <a:ext cx="593182" cy="625089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8" name="Google Shape;428;p24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24"/>
          <p:cNvSpPr txBox="1"/>
          <p:nvPr/>
        </p:nvSpPr>
        <p:spPr>
          <a:xfrm>
            <a:off x="3020736" y="281766"/>
            <a:ext cx="5237959" cy="787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Codificando</a:t>
            </a:r>
            <a:endParaRPr/>
          </a:p>
        </p:txBody>
      </p:sp>
      <p:sp>
        <p:nvSpPr>
          <p:cNvPr id="430" name="Google Shape;430;p24"/>
          <p:cNvSpPr/>
          <p:nvPr/>
        </p:nvSpPr>
        <p:spPr>
          <a:xfrm>
            <a:off x="12392947" y="377016"/>
            <a:ext cx="4341912" cy="1763886"/>
          </a:xfrm>
          <a:custGeom>
            <a:rect b="b" l="l" r="r" t="t"/>
            <a:pathLst>
              <a:path extrusionOk="0" h="3059430" w="7530973">
                <a:moveTo>
                  <a:pt x="0" y="0"/>
                </a:moveTo>
                <a:lnTo>
                  <a:pt x="7530973" y="0"/>
                </a:lnTo>
                <a:lnTo>
                  <a:pt x="7530973" y="3059430"/>
                </a:lnTo>
                <a:lnTo>
                  <a:pt x="0" y="3059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"/>
          <p:cNvSpPr txBox="1"/>
          <p:nvPr/>
        </p:nvSpPr>
        <p:spPr>
          <a:xfrm>
            <a:off x="1047750" y="1826604"/>
            <a:ext cx="766751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84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Criação de um projeto</a:t>
            </a:r>
            <a:endParaRPr/>
          </a:p>
        </p:txBody>
      </p:sp>
      <p:sp>
        <p:nvSpPr>
          <p:cNvPr id="440" name="Google Shape;440;p25"/>
          <p:cNvSpPr/>
          <p:nvPr/>
        </p:nvSpPr>
        <p:spPr>
          <a:xfrm>
            <a:off x="1047750" y="3703297"/>
            <a:ext cx="12306872" cy="5830348"/>
          </a:xfrm>
          <a:custGeom>
            <a:rect b="b" l="l" r="r" t="t"/>
            <a:pathLst>
              <a:path extrusionOk="0" h="7773797" w="16409163">
                <a:moveTo>
                  <a:pt x="0" y="0"/>
                </a:moveTo>
                <a:lnTo>
                  <a:pt x="16409163" y="0"/>
                </a:lnTo>
                <a:lnTo>
                  <a:pt x="16409163" y="7773797"/>
                </a:lnTo>
                <a:lnTo>
                  <a:pt x="0" y="7773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5" r="-45" t="0"/>
            </a:stretch>
          </a:blipFill>
          <a:ln>
            <a:noFill/>
          </a:ln>
        </p:spPr>
      </p:sp>
      <p:sp>
        <p:nvSpPr>
          <p:cNvPr id="441" name="Google Shape;441;p25"/>
          <p:cNvSpPr/>
          <p:nvPr/>
        </p:nvSpPr>
        <p:spPr>
          <a:xfrm>
            <a:off x="11744841" y="5376172"/>
            <a:ext cx="5675606" cy="963482"/>
          </a:xfrm>
          <a:custGeom>
            <a:rect b="b" l="l" r="r" t="t"/>
            <a:pathLst>
              <a:path extrusionOk="0" h="963482" w="5675606">
                <a:moveTo>
                  <a:pt x="0" y="0"/>
                </a:moveTo>
                <a:lnTo>
                  <a:pt x="5675606" y="0"/>
                </a:lnTo>
                <a:lnTo>
                  <a:pt x="5675606" y="963481"/>
                </a:lnTo>
                <a:lnTo>
                  <a:pt x="0" y="963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2" name="Google Shape;442;p25"/>
          <p:cNvSpPr txBox="1"/>
          <p:nvPr/>
        </p:nvSpPr>
        <p:spPr>
          <a:xfrm>
            <a:off x="11976893" y="5476127"/>
            <a:ext cx="5248216" cy="801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 está seu ambiente de desenvolvimento!</a:t>
            </a:r>
            <a:endParaRPr/>
          </a:p>
        </p:txBody>
      </p:sp>
      <p:sp>
        <p:nvSpPr>
          <p:cNvPr id="443" name="Google Shape;443;p25"/>
          <p:cNvSpPr txBox="1"/>
          <p:nvPr/>
        </p:nvSpPr>
        <p:spPr>
          <a:xfrm>
            <a:off x="1047750" y="2473298"/>
            <a:ext cx="16704559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Pronto! Agora temos o projeto pronto para ser manipulado e executado. Nas primeiras execuções, pode demorar um pouco, apenas aguarde até que o ambiente virtual se estabilize.</a:t>
            </a:r>
            <a:endParaRPr/>
          </a:p>
        </p:txBody>
      </p:sp>
      <p:cxnSp>
        <p:nvCxnSpPr>
          <p:cNvPr id="444" name="Google Shape;444;p25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5" name="Google Shape;445;p25"/>
          <p:cNvSpPr txBox="1"/>
          <p:nvPr/>
        </p:nvSpPr>
        <p:spPr>
          <a:xfrm>
            <a:off x="3020736" y="281766"/>
            <a:ext cx="5237959" cy="787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Codificando</a:t>
            </a:r>
            <a:endParaRPr/>
          </a:p>
        </p:txBody>
      </p:sp>
      <p:sp>
        <p:nvSpPr>
          <p:cNvPr id="446" name="Google Shape;446;p25"/>
          <p:cNvSpPr/>
          <p:nvPr/>
        </p:nvSpPr>
        <p:spPr>
          <a:xfrm>
            <a:off x="12392947" y="377016"/>
            <a:ext cx="4341912" cy="1763886"/>
          </a:xfrm>
          <a:custGeom>
            <a:rect b="b" l="l" r="r" t="t"/>
            <a:pathLst>
              <a:path extrusionOk="0" h="3059430" w="7530973">
                <a:moveTo>
                  <a:pt x="0" y="0"/>
                </a:moveTo>
                <a:lnTo>
                  <a:pt x="7530973" y="0"/>
                </a:lnTo>
                <a:lnTo>
                  <a:pt x="7530973" y="3059430"/>
                </a:lnTo>
                <a:lnTo>
                  <a:pt x="0" y="3059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6"/>
          <p:cNvSpPr/>
          <p:nvPr/>
        </p:nvSpPr>
        <p:spPr>
          <a:xfrm>
            <a:off x="12392947" y="377016"/>
            <a:ext cx="4341912" cy="1763886"/>
          </a:xfrm>
          <a:custGeom>
            <a:rect b="b" l="l" r="r" t="t"/>
            <a:pathLst>
              <a:path extrusionOk="0" h="3059430" w="7530973">
                <a:moveTo>
                  <a:pt x="0" y="0"/>
                </a:moveTo>
                <a:lnTo>
                  <a:pt x="7530973" y="0"/>
                </a:lnTo>
                <a:lnTo>
                  <a:pt x="7530973" y="3059430"/>
                </a:lnTo>
                <a:lnTo>
                  <a:pt x="0" y="3059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2" name="Google Shape;452;p26"/>
          <p:cNvSpPr/>
          <p:nvPr/>
        </p:nvSpPr>
        <p:spPr>
          <a:xfrm>
            <a:off x="534524" y="1890882"/>
            <a:ext cx="16516065" cy="7824501"/>
          </a:xfrm>
          <a:custGeom>
            <a:rect b="b" l="l" r="r" t="t"/>
            <a:pathLst>
              <a:path extrusionOk="0" h="10432669" w="22021419">
                <a:moveTo>
                  <a:pt x="0" y="0"/>
                </a:moveTo>
                <a:lnTo>
                  <a:pt x="22021419" y="0"/>
                </a:lnTo>
                <a:lnTo>
                  <a:pt x="22021419" y="10432669"/>
                </a:lnTo>
                <a:lnTo>
                  <a:pt x="0" y="10432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60" r="-61" t="0"/>
            </a:stretch>
          </a:blipFill>
          <a:ln>
            <a:noFill/>
          </a:ln>
        </p:spPr>
      </p:sp>
      <p:sp>
        <p:nvSpPr>
          <p:cNvPr id="453" name="Google Shape;453;p26"/>
          <p:cNvSpPr/>
          <p:nvPr/>
        </p:nvSpPr>
        <p:spPr>
          <a:xfrm>
            <a:off x="914000" y="2101833"/>
            <a:ext cx="2641114" cy="6493970"/>
          </a:xfrm>
          <a:custGeom>
            <a:rect b="b" l="l" r="r" t="t"/>
            <a:pathLst>
              <a:path extrusionOk="0" h="6493970" w="2641114">
                <a:moveTo>
                  <a:pt x="0" y="0"/>
                </a:moveTo>
                <a:lnTo>
                  <a:pt x="2641114" y="0"/>
                </a:lnTo>
                <a:lnTo>
                  <a:pt x="2641114" y="6493970"/>
                </a:lnTo>
                <a:lnTo>
                  <a:pt x="0" y="6493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12" r="-111" t="0"/>
            </a:stretch>
          </a:blipFill>
          <a:ln>
            <a:noFill/>
          </a:ln>
        </p:spPr>
      </p:sp>
      <p:sp>
        <p:nvSpPr>
          <p:cNvPr id="454" name="Google Shape;454;p26"/>
          <p:cNvSpPr/>
          <p:nvPr/>
        </p:nvSpPr>
        <p:spPr>
          <a:xfrm>
            <a:off x="3621787" y="2034037"/>
            <a:ext cx="6536609" cy="3266926"/>
          </a:xfrm>
          <a:custGeom>
            <a:rect b="b" l="l" r="r" t="t"/>
            <a:pathLst>
              <a:path extrusionOk="0" h="3266926" w="6536609">
                <a:moveTo>
                  <a:pt x="0" y="0"/>
                </a:moveTo>
                <a:lnTo>
                  <a:pt x="6536609" y="0"/>
                </a:lnTo>
                <a:lnTo>
                  <a:pt x="6536609" y="3266926"/>
                </a:lnTo>
                <a:lnTo>
                  <a:pt x="0" y="3266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50" r="-49" t="0"/>
            </a:stretch>
          </a:blipFill>
          <a:ln>
            <a:noFill/>
          </a:ln>
        </p:spPr>
      </p:sp>
      <p:sp>
        <p:nvSpPr>
          <p:cNvPr id="455" name="Google Shape;455;p26"/>
          <p:cNvSpPr/>
          <p:nvPr/>
        </p:nvSpPr>
        <p:spPr>
          <a:xfrm>
            <a:off x="4488499" y="2788734"/>
            <a:ext cx="4360565" cy="3135225"/>
          </a:xfrm>
          <a:custGeom>
            <a:rect b="b" l="l" r="r" t="t"/>
            <a:pathLst>
              <a:path extrusionOk="0" h="3135225" w="4360565">
                <a:moveTo>
                  <a:pt x="0" y="0"/>
                </a:moveTo>
                <a:lnTo>
                  <a:pt x="4360565" y="0"/>
                </a:lnTo>
                <a:lnTo>
                  <a:pt x="4360565" y="3135225"/>
                </a:lnTo>
                <a:lnTo>
                  <a:pt x="0" y="31352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4" l="0" r="0" t="-105"/>
            </a:stretch>
          </a:blipFill>
          <a:ln>
            <a:noFill/>
          </a:ln>
        </p:spPr>
      </p:sp>
      <p:sp>
        <p:nvSpPr>
          <p:cNvPr id="456" name="Google Shape;456;p26"/>
          <p:cNvSpPr txBox="1"/>
          <p:nvPr/>
        </p:nvSpPr>
        <p:spPr>
          <a:xfrm>
            <a:off x="4665035" y="2858092"/>
            <a:ext cx="4007493" cy="294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 está a estrutura de pastas do seu projeto.</a:t>
            </a:r>
            <a:endParaRPr/>
          </a:p>
          <a:p>
            <a:pPr indent="0" lvl="0" marL="0" marR="0" rtl="0" algn="l">
              <a:lnSpc>
                <a:spcPct val="1164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4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padrão o projeto vem com esses arquivos criados. Você pode apagá-los e criar os seus próprios arquivos</a:t>
            </a:r>
            <a:endParaRPr/>
          </a:p>
        </p:txBody>
      </p:sp>
      <p:sp>
        <p:nvSpPr>
          <p:cNvPr id="457" name="Google Shape;457;p26"/>
          <p:cNvSpPr txBox="1"/>
          <p:nvPr/>
        </p:nvSpPr>
        <p:spPr>
          <a:xfrm>
            <a:off x="636492" y="1178759"/>
            <a:ext cx="12507199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84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Conhecendo o ambiente de desenvolvimento</a:t>
            </a:r>
            <a:endParaRPr/>
          </a:p>
        </p:txBody>
      </p:sp>
      <p:cxnSp>
        <p:nvCxnSpPr>
          <p:cNvPr id="458" name="Google Shape;458;p26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9" name="Google Shape;459;p26"/>
          <p:cNvSpPr txBox="1"/>
          <p:nvPr/>
        </p:nvSpPr>
        <p:spPr>
          <a:xfrm>
            <a:off x="3020736" y="281766"/>
            <a:ext cx="5237959" cy="787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Codificando</a:t>
            </a:r>
            <a:endParaRPr/>
          </a:p>
        </p:txBody>
      </p:sp>
      <p:cxnSp>
        <p:nvCxnSpPr>
          <p:cNvPr id="460" name="Google Shape;460;p26"/>
          <p:cNvCxnSpPr/>
          <p:nvPr/>
        </p:nvCxnSpPr>
        <p:spPr>
          <a:xfrm rot="10800000">
            <a:off x="3555114" y="3491646"/>
            <a:ext cx="933385" cy="616620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/>
          <p:cNvSpPr/>
          <p:nvPr/>
        </p:nvSpPr>
        <p:spPr>
          <a:xfrm>
            <a:off x="418199" y="1845227"/>
            <a:ext cx="16679418" cy="7964424"/>
          </a:xfrm>
          <a:custGeom>
            <a:rect b="b" l="l" r="r" t="t"/>
            <a:pathLst>
              <a:path extrusionOk="0" h="10619232" w="22239224">
                <a:moveTo>
                  <a:pt x="0" y="0"/>
                </a:moveTo>
                <a:lnTo>
                  <a:pt x="22239224" y="0"/>
                </a:lnTo>
                <a:lnTo>
                  <a:pt x="22239224" y="10619232"/>
                </a:lnTo>
                <a:lnTo>
                  <a:pt x="0" y="106192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9" r="-19" t="0"/>
            </a:stretch>
          </a:blipFill>
          <a:ln>
            <a:noFill/>
          </a:ln>
        </p:spPr>
      </p:sp>
      <p:sp>
        <p:nvSpPr>
          <p:cNvPr id="466" name="Google Shape;466;p27"/>
          <p:cNvSpPr/>
          <p:nvPr/>
        </p:nvSpPr>
        <p:spPr>
          <a:xfrm>
            <a:off x="3338961" y="2037337"/>
            <a:ext cx="6865566" cy="6590713"/>
          </a:xfrm>
          <a:custGeom>
            <a:rect b="b" l="l" r="r" t="t"/>
            <a:pathLst>
              <a:path extrusionOk="0" h="6590713" w="6865566">
                <a:moveTo>
                  <a:pt x="0" y="0"/>
                </a:moveTo>
                <a:lnTo>
                  <a:pt x="6865566" y="0"/>
                </a:lnTo>
                <a:lnTo>
                  <a:pt x="6865566" y="6590713"/>
                </a:lnTo>
                <a:lnTo>
                  <a:pt x="0" y="65907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8" r="-7" t="0"/>
            </a:stretch>
          </a:blipFill>
          <a:ln>
            <a:noFill/>
          </a:ln>
        </p:spPr>
      </p:sp>
      <p:sp>
        <p:nvSpPr>
          <p:cNvPr id="467" name="Google Shape;467;p27"/>
          <p:cNvSpPr/>
          <p:nvPr/>
        </p:nvSpPr>
        <p:spPr>
          <a:xfrm>
            <a:off x="1102486" y="6724033"/>
            <a:ext cx="4360565" cy="2049331"/>
          </a:xfrm>
          <a:custGeom>
            <a:rect b="b" l="l" r="r" t="t"/>
            <a:pathLst>
              <a:path extrusionOk="0" h="2049331" w="4360565">
                <a:moveTo>
                  <a:pt x="0" y="0"/>
                </a:moveTo>
                <a:lnTo>
                  <a:pt x="4360565" y="0"/>
                </a:lnTo>
                <a:lnTo>
                  <a:pt x="4360565" y="2049331"/>
                </a:lnTo>
                <a:lnTo>
                  <a:pt x="0" y="20493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73" l="0" r="0" t="-174"/>
            </a:stretch>
          </a:blipFill>
          <a:ln>
            <a:noFill/>
          </a:ln>
        </p:spPr>
      </p:sp>
      <p:sp>
        <p:nvSpPr>
          <p:cNvPr id="468" name="Google Shape;468;p27"/>
          <p:cNvSpPr txBox="1"/>
          <p:nvPr/>
        </p:nvSpPr>
        <p:spPr>
          <a:xfrm>
            <a:off x="1293040" y="6785888"/>
            <a:ext cx="4007493" cy="1859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é o editor de código, onde será exibido o conteúdo dos seus arquivos quando você os abrir.</a:t>
            </a:r>
            <a:endParaRPr/>
          </a:p>
        </p:txBody>
      </p:sp>
      <p:sp>
        <p:nvSpPr>
          <p:cNvPr id="469" name="Google Shape;469;p27"/>
          <p:cNvSpPr/>
          <p:nvPr/>
        </p:nvSpPr>
        <p:spPr>
          <a:xfrm>
            <a:off x="10731275" y="4092024"/>
            <a:ext cx="4360565" cy="1484484"/>
          </a:xfrm>
          <a:custGeom>
            <a:rect b="b" l="l" r="r" t="t"/>
            <a:pathLst>
              <a:path extrusionOk="0" h="1325432" w="4360565">
                <a:moveTo>
                  <a:pt x="0" y="0"/>
                </a:moveTo>
                <a:lnTo>
                  <a:pt x="4360565" y="0"/>
                </a:lnTo>
                <a:lnTo>
                  <a:pt x="4360565" y="1325432"/>
                </a:lnTo>
                <a:lnTo>
                  <a:pt x="0" y="1325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81" l="0" r="0" t="-280"/>
            </a:stretch>
          </a:blipFill>
          <a:ln>
            <a:noFill/>
          </a:ln>
        </p:spPr>
      </p:sp>
      <p:sp>
        <p:nvSpPr>
          <p:cNvPr id="470" name="Google Shape;470;p27"/>
          <p:cNvSpPr txBox="1"/>
          <p:nvPr/>
        </p:nvSpPr>
        <p:spPr>
          <a:xfrm>
            <a:off x="10921830" y="4153891"/>
            <a:ext cx="4007493" cy="1135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você abrir mais de um arquivo, eles ficarão separados por abas aqui</a:t>
            </a:r>
            <a:endParaRPr/>
          </a:p>
        </p:txBody>
      </p:sp>
      <p:cxnSp>
        <p:nvCxnSpPr>
          <p:cNvPr id="471" name="Google Shape;471;p27"/>
          <p:cNvCxnSpPr/>
          <p:nvPr/>
        </p:nvCxnSpPr>
        <p:spPr>
          <a:xfrm rot="10800000">
            <a:off x="5463051" y="2374749"/>
            <a:ext cx="5268225" cy="2262732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2" name="Google Shape;472;p27"/>
          <p:cNvCxnSpPr/>
          <p:nvPr/>
        </p:nvCxnSpPr>
        <p:spPr>
          <a:xfrm flipH="1" rot="10800000">
            <a:off x="2861854" y="5827439"/>
            <a:ext cx="1565301" cy="896594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3" name="Google Shape;473;p27"/>
          <p:cNvSpPr/>
          <p:nvPr/>
        </p:nvSpPr>
        <p:spPr>
          <a:xfrm>
            <a:off x="12392947" y="377016"/>
            <a:ext cx="4341912" cy="1763886"/>
          </a:xfrm>
          <a:custGeom>
            <a:rect b="b" l="l" r="r" t="t"/>
            <a:pathLst>
              <a:path extrusionOk="0" h="3059430" w="7530973">
                <a:moveTo>
                  <a:pt x="0" y="0"/>
                </a:moveTo>
                <a:lnTo>
                  <a:pt x="7530973" y="0"/>
                </a:lnTo>
                <a:lnTo>
                  <a:pt x="7530973" y="3059430"/>
                </a:lnTo>
                <a:lnTo>
                  <a:pt x="0" y="3059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4" name="Google Shape;474;p27"/>
          <p:cNvSpPr txBox="1"/>
          <p:nvPr/>
        </p:nvSpPr>
        <p:spPr>
          <a:xfrm>
            <a:off x="636492" y="1178759"/>
            <a:ext cx="12507199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84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Conhecendo o ambiente de desenvolvimento</a:t>
            </a:r>
            <a:endParaRPr/>
          </a:p>
        </p:txBody>
      </p:sp>
      <p:cxnSp>
        <p:nvCxnSpPr>
          <p:cNvPr id="475" name="Google Shape;475;p27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6" name="Google Shape;476;p27"/>
          <p:cNvSpPr txBox="1"/>
          <p:nvPr/>
        </p:nvSpPr>
        <p:spPr>
          <a:xfrm>
            <a:off x="3020736" y="281766"/>
            <a:ext cx="5237959" cy="787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Codificando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8"/>
          <p:cNvSpPr/>
          <p:nvPr/>
        </p:nvSpPr>
        <p:spPr>
          <a:xfrm>
            <a:off x="12392947" y="377016"/>
            <a:ext cx="4341912" cy="1763886"/>
          </a:xfrm>
          <a:custGeom>
            <a:rect b="b" l="l" r="r" t="t"/>
            <a:pathLst>
              <a:path extrusionOk="0" h="3059430" w="7530973">
                <a:moveTo>
                  <a:pt x="0" y="0"/>
                </a:moveTo>
                <a:lnTo>
                  <a:pt x="7530973" y="0"/>
                </a:lnTo>
                <a:lnTo>
                  <a:pt x="7530973" y="3059430"/>
                </a:lnTo>
                <a:lnTo>
                  <a:pt x="0" y="3059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2" name="Google Shape;482;p28"/>
          <p:cNvSpPr/>
          <p:nvPr/>
        </p:nvSpPr>
        <p:spPr>
          <a:xfrm>
            <a:off x="418199" y="1845227"/>
            <a:ext cx="16679418" cy="7964424"/>
          </a:xfrm>
          <a:custGeom>
            <a:rect b="b" l="l" r="r" t="t"/>
            <a:pathLst>
              <a:path extrusionOk="0" h="10619232" w="22239224">
                <a:moveTo>
                  <a:pt x="0" y="0"/>
                </a:moveTo>
                <a:lnTo>
                  <a:pt x="22239224" y="0"/>
                </a:lnTo>
                <a:lnTo>
                  <a:pt x="22239224" y="10619232"/>
                </a:lnTo>
                <a:lnTo>
                  <a:pt x="0" y="106192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9" r="-19" t="0"/>
            </a:stretch>
          </a:blipFill>
          <a:ln>
            <a:noFill/>
          </a:ln>
        </p:spPr>
      </p:sp>
      <p:sp>
        <p:nvSpPr>
          <p:cNvPr id="483" name="Google Shape;483;p28"/>
          <p:cNvSpPr/>
          <p:nvPr/>
        </p:nvSpPr>
        <p:spPr>
          <a:xfrm>
            <a:off x="10110988" y="2037337"/>
            <a:ext cx="6865566" cy="7622641"/>
          </a:xfrm>
          <a:custGeom>
            <a:rect b="b" l="l" r="r" t="t"/>
            <a:pathLst>
              <a:path extrusionOk="0" h="7622641" w="6865566">
                <a:moveTo>
                  <a:pt x="0" y="0"/>
                </a:moveTo>
                <a:lnTo>
                  <a:pt x="6865566" y="0"/>
                </a:lnTo>
                <a:lnTo>
                  <a:pt x="6865566" y="7622641"/>
                </a:lnTo>
                <a:lnTo>
                  <a:pt x="0" y="76226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" l="0" r="0" t="-29"/>
            </a:stretch>
          </a:blipFill>
          <a:ln>
            <a:noFill/>
          </a:ln>
        </p:spPr>
      </p:sp>
      <p:sp>
        <p:nvSpPr>
          <p:cNvPr id="484" name="Google Shape;484;p28"/>
          <p:cNvSpPr/>
          <p:nvPr/>
        </p:nvSpPr>
        <p:spPr>
          <a:xfrm>
            <a:off x="6078412" y="5381945"/>
            <a:ext cx="4360565" cy="963482"/>
          </a:xfrm>
          <a:custGeom>
            <a:rect b="b" l="l" r="r" t="t"/>
            <a:pathLst>
              <a:path extrusionOk="0" h="963482" w="4360565">
                <a:moveTo>
                  <a:pt x="0" y="0"/>
                </a:moveTo>
                <a:lnTo>
                  <a:pt x="4360565" y="0"/>
                </a:lnTo>
                <a:lnTo>
                  <a:pt x="4360565" y="963482"/>
                </a:lnTo>
                <a:lnTo>
                  <a:pt x="0" y="9634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395" l="0" r="0" t="-395"/>
            </a:stretch>
          </a:blipFill>
          <a:ln>
            <a:noFill/>
          </a:ln>
        </p:spPr>
      </p:sp>
      <p:sp>
        <p:nvSpPr>
          <p:cNvPr id="485" name="Google Shape;485;p28"/>
          <p:cNvSpPr txBox="1"/>
          <p:nvPr/>
        </p:nvSpPr>
        <p:spPr>
          <a:xfrm>
            <a:off x="6268965" y="5443800"/>
            <a:ext cx="4007493" cy="773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 está a sua página HTML</a:t>
            </a:r>
            <a:endParaRPr/>
          </a:p>
        </p:txBody>
      </p:sp>
      <p:sp>
        <p:nvSpPr>
          <p:cNvPr id="486" name="Google Shape;486;p28"/>
          <p:cNvSpPr/>
          <p:nvPr/>
        </p:nvSpPr>
        <p:spPr>
          <a:xfrm>
            <a:off x="12366723" y="4920481"/>
            <a:ext cx="4360565" cy="963482"/>
          </a:xfrm>
          <a:custGeom>
            <a:rect b="b" l="l" r="r" t="t"/>
            <a:pathLst>
              <a:path extrusionOk="0" h="963482" w="4360565">
                <a:moveTo>
                  <a:pt x="0" y="0"/>
                </a:moveTo>
                <a:lnTo>
                  <a:pt x="4360565" y="0"/>
                </a:lnTo>
                <a:lnTo>
                  <a:pt x="4360565" y="963482"/>
                </a:lnTo>
                <a:lnTo>
                  <a:pt x="0" y="9634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395" l="0" r="0" t="-395"/>
            </a:stretch>
          </a:blipFill>
          <a:ln>
            <a:noFill/>
          </a:ln>
        </p:spPr>
      </p:sp>
      <p:sp>
        <p:nvSpPr>
          <p:cNvPr id="487" name="Google Shape;487;p28"/>
          <p:cNvSpPr txBox="1"/>
          <p:nvPr/>
        </p:nvSpPr>
        <p:spPr>
          <a:xfrm>
            <a:off x="12557276" y="4982336"/>
            <a:ext cx="4007493" cy="773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Recarregue para ver as mudanças na página</a:t>
            </a:r>
            <a:endParaRPr/>
          </a:p>
        </p:txBody>
      </p:sp>
      <p:sp>
        <p:nvSpPr>
          <p:cNvPr id="488" name="Google Shape;488;p28"/>
          <p:cNvSpPr txBox="1"/>
          <p:nvPr/>
        </p:nvSpPr>
        <p:spPr>
          <a:xfrm>
            <a:off x="636492" y="1178759"/>
            <a:ext cx="12507199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84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Conhecendo o ambiente de desenvolvimento</a:t>
            </a:r>
            <a:endParaRPr/>
          </a:p>
        </p:txBody>
      </p:sp>
      <p:cxnSp>
        <p:nvCxnSpPr>
          <p:cNvPr id="489" name="Google Shape;489;p28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0" name="Google Shape;490;p28"/>
          <p:cNvSpPr txBox="1"/>
          <p:nvPr/>
        </p:nvSpPr>
        <p:spPr>
          <a:xfrm>
            <a:off x="3020736" y="281766"/>
            <a:ext cx="5237959" cy="787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Codificando</a:t>
            </a:r>
            <a:endParaRPr/>
          </a:p>
        </p:txBody>
      </p:sp>
      <p:cxnSp>
        <p:nvCxnSpPr>
          <p:cNvPr id="491" name="Google Shape;491;p28"/>
          <p:cNvCxnSpPr/>
          <p:nvPr/>
        </p:nvCxnSpPr>
        <p:spPr>
          <a:xfrm flipH="1" rot="10800000">
            <a:off x="8800765" y="4105491"/>
            <a:ext cx="1961785" cy="1253639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2" name="Google Shape;492;p28"/>
          <p:cNvCxnSpPr/>
          <p:nvPr/>
        </p:nvCxnSpPr>
        <p:spPr>
          <a:xfrm rot="10800000">
            <a:off x="10762550" y="2714259"/>
            <a:ext cx="3071750" cy="2206222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9"/>
          <p:cNvSpPr/>
          <p:nvPr/>
        </p:nvSpPr>
        <p:spPr>
          <a:xfrm>
            <a:off x="12392947" y="377016"/>
            <a:ext cx="4341912" cy="1763886"/>
          </a:xfrm>
          <a:custGeom>
            <a:rect b="b" l="l" r="r" t="t"/>
            <a:pathLst>
              <a:path extrusionOk="0" h="3059430" w="7530973">
                <a:moveTo>
                  <a:pt x="0" y="0"/>
                </a:moveTo>
                <a:lnTo>
                  <a:pt x="7530973" y="0"/>
                </a:lnTo>
                <a:lnTo>
                  <a:pt x="7530973" y="3059430"/>
                </a:lnTo>
                <a:lnTo>
                  <a:pt x="0" y="3059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8" name="Google Shape;498;p29"/>
          <p:cNvSpPr/>
          <p:nvPr/>
        </p:nvSpPr>
        <p:spPr>
          <a:xfrm>
            <a:off x="418199" y="1845227"/>
            <a:ext cx="16679418" cy="7964424"/>
          </a:xfrm>
          <a:custGeom>
            <a:rect b="b" l="l" r="r" t="t"/>
            <a:pathLst>
              <a:path extrusionOk="0" h="10619232" w="22239224">
                <a:moveTo>
                  <a:pt x="0" y="0"/>
                </a:moveTo>
                <a:lnTo>
                  <a:pt x="22239224" y="0"/>
                </a:lnTo>
                <a:lnTo>
                  <a:pt x="22239224" y="10619232"/>
                </a:lnTo>
                <a:lnTo>
                  <a:pt x="0" y="106192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9" r="-19" t="0"/>
            </a:stretch>
          </a:blipFill>
          <a:ln>
            <a:noFill/>
          </a:ln>
        </p:spPr>
      </p:sp>
      <p:sp>
        <p:nvSpPr>
          <p:cNvPr id="499" name="Google Shape;499;p29"/>
          <p:cNvSpPr/>
          <p:nvPr/>
        </p:nvSpPr>
        <p:spPr>
          <a:xfrm>
            <a:off x="12382850" y="3969175"/>
            <a:ext cx="4360565" cy="1454662"/>
          </a:xfrm>
          <a:custGeom>
            <a:rect b="b" l="l" r="r" t="t"/>
            <a:pathLst>
              <a:path extrusionOk="0" h="1325432" w="4360565">
                <a:moveTo>
                  <a:pt x="0" y="0"/>
                </a:moveTo>
                <a:lnTo>
                  <a:pt x="4360565" y="0"/>
                </a:lnTo>
                <a:lnTo>
                  <a:pt x="4360565" y="1325432"/>
                </a:lnTo>
                <a:lnTo>
                  <a:pt x="0" y="1325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1" l="0" r="0" t="-280"/>
            </a:stretch>
          </a:blipFill>
          <a:ln>
            <a:noFill/>
          </a:ln>
        </p:spPr>
      </p:sp>
      <p:sp>
        <p:nvSpPr>
          <p:cNvPr id="500" name="Google Shape;500;p29"/>
          <p:cNvSpPr txBox="1"/>
          <p:nvPr/>
        </p:nvSpPr>
        <p:spPr>
          <a:xfrm>
            <a:off x="12573400" y="4031028"/>
            <a:ext cx="4007493" cy="1135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Você também pode abrir sua página em uma nova aba do navegador!</a:t>
            </a:r>
            <a:endParaRPr/>
          </a:p>
        </p:txBody>
      </p:sp>
      <p:sp>
        <p:nvSpPr>
          <p:cNvPr id="501" name="Google Shape;501;p29"/>
          <p:cNvSpPr/>
          <p:nvPr/>
        </p:nvSpPr>
        <p:spPr>
          <a:xfrm>
            <a:off x="12382860" y="5464361"/>
            <a:ext cx="4360565" cy="963482"/>
          </a:xfrm>
          <a:custGeom>
            <a:rect b="b" l="l" r="r" t="t"/>
            <a:pathLst>
              <a:path extrusionOk="0" h="963482" w="4360565">
                <a:moveTo>
                  <a:pt x="0" y="0"/>
                </a:moveTo>
                <a:lnTo>
                  <a:pt x="4360565" y="0"/>
                </a:lnTo>
                <a:lnTo>
                  <a:pt x="4360565" y="963482"/>
                </a:lnTo>
                <a:lnTo>
                  <a:pt x="0" y="9634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395" l="0" r="0" t="-395"/>
            </a:stretch>
          </a:blipFill>
          <a:ln>
            <a:noFill/>
          </a:ln>
        </p:spPr>
      </p:sp>
      <p:sp>
        <p:nvSpPr>
          <p:cNvPr id="502" name="Google Shape;502;p29"/>
          <p:cNvSpPr txBox="1"/>
          <p:nvPr/>
        </p:nvSpPr>
        <p:spPr>
          <a:xfrm>
            <a:off x="12573413" y="5526216"/>
            <a:ext cx="40074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Assim você consegue ver tudo em tela cheia!</a:t>
            </a:r>
            <a:endParaRPr/>
          </a:p>
        </p:txBody>
      </p:sp>
      <p:sp>
        <p:nvSpPr>
          <p:cNvPr id="503" name="Google Shape;503;p29"/>
          <p:cNvSpPr txBox="1"/>
          <p:nvPr/>
        </p:nvSpPr>
        <p:spPr>
          <a:xfrm>
            <a:off x="636492" y="1178759"/>
            <a:ext cx="12507199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84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Conhecendo o ambiente de desenvolvimento</a:t>
            </a:r>
            <a:endParaRPr/>
          </a:p>
        </p:txBody>
      </p:sp>
      <p:cxnSp>
        <p:nvCxnSpPr>
          <p:cNvPr id="504" name="Google Shape;504;p29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5" name="Google Shape;505;p29"/>
          <p:cNvSpPr txBox="1"/>
          <p:nvPr/>
        </p:nvSpPr>
        <p:spPr>
          <a:xfrm>
            <a:off x="3020736" y="281766"/>
            <a:ext cx="5237959" cy="787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Codificando</a:t>
            </a:r>
            <a:endParaRPr/>
          </a:p>
        </p:txBody>
      </p:sp>
      <p:cxnSp>
        <p:nvCxnSpPr>
          <p:cNvPr id="506" name="Google Shape;506;p29"/>
          <p:cNvCxnSpPr/>
          <p:nvPr/>
        </p:nvCxnSpPr>
        <p:spPr>
          <a:xfrm flipH="1" rot="10800000">
            <a:off x="15952068" y="2816415"/>
            <a:ext cx="984883" cy="1199773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5" name="Google Shape;515;p30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6" name="Google Shape;516;p30"/>
          <p:cNvSpPr/>
          <p:nvPr/>
        </p:nvSpPr>
        <p:spPr>
          <a:xfrm>
            <a:off x="12392947" y="377016"/>
            <a:ext cx="4341912" cy="1763886"/>
          </a:xfrm>
          <a:custGeom>
            <a:rect b="b" l="l" r="r" t="t"/>
            <a:pathLst>
              <a:path extrusionOk="0" h="3059430" w="7530973">
                <a:moveTo>
                  <a:pt x="0" y="0"/>
                </a:moveTo>
                <a:lnTo>
                  <a:pt x="7530973" y="0"/>
                </a:lnTo>
                <a:lnTo>
                  <a:pt x="7530973" y="3059430"/>
                </a:lnTo>
                <a:lnTo>
                  <a:pt x="0" y="3059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7" name="Google Shape;517;p30"/>
          <p:cNvSpPr/>
          <p:nvPr/>
        </p:nvSpPr>
        <p:spPr>
          <a:xfrm>
            <a:off x="1028700" y="5109173"/>
            <a:ext cx="11094336" cy="4235745"/>
          </a:xfrm>
          <a:custGeom>
            <a:rect b="b" l="l" r="r" t="t"/>
            <a:pathLst>
              <a:path extrusionOk="0" h="4235745" w="11094336">
                <a:moveTo>
                  <a:pt x="0" y="0"/>
                </a:moveTo>
                <a:lnTo>
                  <a:pt x="11094336" y="0"/>
                </a:lnTo>
                <a:lnTo>
                  <a:pt x="11094336" y="4235745"/>
                </a:lnTo>
                <a:lnTo>
                  <a:pt x="0" y="4235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8" name="Google Shape;518;p30"/>
          <p:cNvSpPr txBox="1"/>
          <p:nvPr/>
        </p:nvSpPr>
        <p:spPr>
          <a:xfrm>
            <a:off x="1028700" y="2261198"/>
            <a:ext cx="1224550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Nosso editor já gerou um texto HTML simples, mas vamos apagar para gerar um mais básico.</a:t>
            </a:r>
            <a:endParaRPr/>
          </a:p>
        </p:txBody>
      </p:sp>
      <p:sp>
        <p:nvSpPr>
          <p:cNvPr id="519" name="Google Shape;519;p30"/>
          <p:cNvSpPr txBox="1"/>
          <p:nvPr/>
        </p:nvSpPr>
        <p:spPr>
          <a:xfrm>
            <a:off x="3020736" y="281766"/>
            <a:ext cx="5237959" cy="787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Codificando</a:t>
            </a:r>
            <a:endParaRPr/>
          </a:p>
        </p:txBody>
      </p:sp>
      <p:sp>
        <p:nvSpPr>
          <p:cNvPr id="520" name="Google Shape;520;p30"/>
          <p:cNvSpPr txBox="1"/>
          <p:nvPr/>
        </p:nvSpPr>
        <p:spPr>
          <a:xfrm>
            <a:off x="1028700" y="4280498"/>
            <a:ext cx="1353521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resultado será esse:</a:t>
            </a:r>
            <a:endParaRPr/>
          </a:p>
        </p:txBody>
      </p:sp>
      <p:sp>
        <p:nvSpPr>
          <p:cNvPr id="521" name="Google Shape;521;p30"/>
          <p:cNvSpPr txBox="1"/>
          <p:nvPr/>
        </p:nvSpPr>
        <p:spPr>
          <a:xfrm>
            <a:off x="1028700" y="3499448"/>
            <a:ext cx="1353521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Podemos gerar ele digitando o símbolo “!” e depois a tecla  enter.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0" name="Google Shape;530;p31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1" name="Google Shape;531;p31"/>
          <p:cNvSpPr/>
          <p:nvPr/>
        </p:nvSpPr>
        <p:spPr>
          <a:xfrm>
            <a:off x="12392947" y="377016"/>
            <a:ext cx="4341912" cy="1763886"/>
          </a:xfrm>
          <a:custGeom>
            <a:rect b="b" l="l" r="r" t="t"/>
            <a:pathLst>
              <a:path extrusionOk="0" h="3059430" w="7530973">
                <a:moveTo>
                  <a:pt x="0" y="0"/>
                </a:moveTo>
                <a:lnTo>
                  <a:pt x="7530973" y="0"/>
                </a:lnTo>
                <a:lnTo>
                  <a:pt x="7530973" y="3059430"/>
                </a:lnTo>
                <a:lnTo>
                  <a:pt x="0" y="3059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2" name="Google Shape;532;p31"/>
          <p:cNvSpPr/>
          <p:nvPr/>
        </p:nvSpPr>
        <p:spPr>
          <a:xfrm>
            <a:off x="1028700" y="4024041"/>
            <a:ext cx="11094336" cy="4235745"/>
          </a:xfrm>
          <a:custGeom>
            <a:rect b="b" l="l" r="r" t="t"/>
            <a:pathLst>
              <a:path extrusionOk="0" h="4235745" w="11094336">
                <a:moveTo>
                  <a:pt x="0" y="0"/>
                </a:moveTo>
                <a:lnTo>
                  <a:pt x="11094336" y="0"/>
                </a:lnTo>
                <a:lnTo>
                  <a:pt x="11094336" y="4235745"/>
                </a:lnTo>
                <a:lnTo>
                  <a:pt x="0" y="4235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3" name="Google Shape;533;p31"/>
          <p:cNvSpPr/>
          <p:nvPr/>
        </p:nvSpPr>
        <p:spPr>
          <a:xfrm>
            <a:off x="6073811" y="4822859"/>
            <a:ext cx="9265557" cy="2638110"/>
          </a:xfrm>
          <a:custGeom>
            <a:rect b="b" l="l" r="r" t="t"/>
            <a:pathLst>
              <a:path extrusionOk="0" h="2638110" w="9265557">
                <a:moveTo>
                  <a:pt x="0" y="0"/>
                </a:moveTo>
                <a:lnTo>
                  <a:pt x="9265557" y="0"/>
                </a:lnTo>
                <a:lnTo>
                  <a:pt x="9265557" y="2638110"/>
                </a:lnTo>
                <a:lnTo>
                  <a:pt x="0" y="2638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sq" cmpd="sng" w="57150">
            <a:solidFill>
              <a:srgbClr val="E30613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534" name="Google Shape;534;p31"/>
          <p:cNvCxnSpPr/>
          <p:nvPr/>
        </p:nvCxnSpPr>
        <p:spPr>
          <a:xfrm flipH="1" rot="10800000">
            <a:off x="2297552" y="6484350"/>
            <a:ext cx="3818473" cy="683987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5" name="Google Shape;535;p31"/>
          <p:cNvSpPr txBox="1"/>
          <p:nvPr/>
        </p:nvSpPr>
        <p:spPr>
          <a:xfrm>
            <a:off x="1028700" y="2261198"/>
            <a:ext cx="1224550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Agora, adicione esse texto (não tem problema não entender tudo agora, nas próximas aulas você entenderá!)</a:t>
            </a:r>
            <a:endParaRPr/>
          </a:p>
        </p:txBody>
      </p:sp>
      <p:sp>
        <p:nvSpPr>
          <p:cNvPr id="536" name="Google Shape;536;p31"/>
          <p:cNvSpPr txBox="1"/>
          <p:nvPr/>
        </p:nvSpPr>
        <p:spPr>
          <a:xfrm>
            <a:off x="3020736" y="281766"/>
            <a:ext cx="5237959" cy="787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Codificando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5" name="Google Shape;545;p32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6" name="Google Shape;546;p32"/>
          <p:cNvSpPr/>
          <p:nvPr/>
        </p:nvSpPr>
        <p:spPr>
          <a:xfrm>
            <a:off x="12392947" y="377016"/>
            <a:ext cx="4341912" cy="1763886"/>
          </a:xfrm>
          <a:custGeom>
            <a:rect b="b" l="l" r="r" t="t"/>
            <a:pathLst>
              <a:path extrusionOk="0" h="3059430" w="7530973">
                <a:moveTo>
                  <a:pt x="0" y="0"/>
                </a:moveTo>
                <a:lnTo>
                  <a:pt x="7530973" y="0"/>
                </a:lnTo>
                <a:lnTo>
                  <a:pt x="7530973" y="3059430"/>
                </a:lnTo>
                <a:lnTo>
                  <a:pt x="0" y="3059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7" name="Google Shape;547;p32"/>
          <p:cNvSpPr/>
          <p:nvPr/>
        </p:nvSpPr>
        <p:spPr>
          <a:xfrm>
            <a:off x="1091688" y="3705265"/>
            <a:ext cx="16365068" cy="1718332"/>
          </a:xfrm>
          <a:custGeom>
            <a:rect b="b" l="l" r="r" t="t"/>
            <a:pathLst>
              <a:path extrusionOk="0" h="1718332" w="16365068">
                <a:moveTo>
                  <a:pt x="0" y="0"/>
                </a:moveTo>
                <a:lnTo>
                  <a:pt x="16365069" y="0"/>
                </a:lnTo>
                <a:lnTo>
                  <a:pt x="16365069" y="1718332"/>
                </a:lnTo>
                <a:lnTo>
                  <a:pt x="0" y="17183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548" name="Google Shape;548;p32"/>
          <p:cNvCxnSpPr/>
          <p:nvPr/>
        </p:nvCxnSpPr>
        <p:spPr>
          <a:xfrm flipH="1" rot="10800000">
            <a:off x="14563917" y="5423597"/>
            <a:ext cx="2468324" cy="1643674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9" name="Google Shape;549;p32"/>
          <p:cNvSpPr/>
          <p:nvPr/>
        </p:nvSpPr>
        <p:spPr>
          <a:xfrm>
            <a:off x="6364296" y="5842104"/>
            <a:ext cx="6719398" cy="2884034"/>
          </a:xfrm>
          <a:custGeom>
            <a:rect b="b" l="l" r="r" t="t"/>
            <a:pathLst>
              <a:path extrusionOk="0" h="2884034" w="6719398">
                <a:moveTo>
                  <a:pt x="0" y="0"/>
                </a:moveTo>
                <a:lnTo>
                  <a:pt x="6719399" y="0"/>
                </a:lnTo>
                <a:lnTo>
                  <a:pt x="6719399" y="2884034"/>
                </a:lnTo>
                <a:lnTo>
                  <a:pt x="0" y="28840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0" name="Google Shape;550;p32"/>
          <p:cNvSpPr txBox="1"/>
          <p:nvPr/>
        </p:nvSpPr>
        <p:spPr>
          <a:xfrm>
            <a:off x="15277859" y="5366447"/>
            <a:ext cx="10375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/>
          </a:p>
        </p:txBody>
      </p:sp>
      <p:sp>
        <p:nvSpPr>
          <p:cNvPr id="551" name="Google Shape;551;p32"/>
          <p:cNvSpPr txBox="1"/>
          <p:nvPr/>
        </p:nvSpPr>
        <p:spPr>
          <a:xfrm>
            <a:off x="3020736" y="281766"/>
            <a:ext cx="5237959" cy="787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Codificando</a:t>
            </a:r>
            <a:endParaRPr/>
          </a:p>
        </p:txBody>
      </p:sp>
      <p:cxnSp>
        <p:nvCxnSpPr>
          <p:cNvPr id="552" name="Google Shape;552;p32"/>
          <p:cNvCxnSpPr/>
          <p:nvPr/>
        </p:nvCxnSpPr>
        <p:spPr>
          <a:xfrm flipH="1" rot="10800000">
            <a:off x="6757171" y="8253820"/>
            <a:ext cx="984274" cy="984274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3" name="Google Shape;553;p32"/>
          <p:cNvSpPr txBox="1"/>
          <p:nvPr/>
        </p:nvSpPr>
        <p:spPr>
          <a:xfrm>
            <a:off x="1181100" y="2799272"/>
            <a:ext cx="122455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Agora, abra seu primeiro site em uma nova aba e veja o resultado!</a:t>
            </a:r>
            <a:endParaRPr/>
          </a:p>
        </p:txBody>
      </p:sp>
      <p:sp>
        <p:nvSpPr>
          <p:cNvPr id="554" name="Google Shape;554;p32"/>
          <p:cNvSpPr txBox="1"/>
          <p:nvPr/>
        </p:nvSpPr>
        <p:spPr>
          <a:xfrm>
            <a:off x="6703854" y="7801383"/>
            <a:ext cx="10375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3" name="Google Shape;563;p33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4" name="Google Shape;564;p33"/>
          <p:cNvSpPr/>
          <p:nvPr/>
        </p:nvSpPr>
        <p:spPr>
          <a:xfrm>
            <a:off x="12392947" y="377016"/>
            <a:ext cx="4341912" cy="1763886"/>
          </a:xfrm>
          <a:custGeom>
            <a:rect b="b" l="l" r="r" t="t"/>
            <a:pathLst>
              <a:path extrusionOk="0" h="3059430" w="7530973">
                <a:moveTo>
                  <a:pt x="0" y="0"/>
                </a:moveTo>
                <a:lnTo>
                  <a:pt x="7530973" y="0"/>
                </a:lnTo>
                <a:lnTo>
                  <a:pt x="7530973" y="3059430"/>
                </a:lnTo>
                <a:lnTo>
                  <a:pt x="0" y="3059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5" name="Google Shape;565;p33"/>
          <p:cNvSpPr/>
          <p:nvPr/>
        </p:nvSpPr>
        <p:spPr>
          <a:xfrm>
            <a:off x="4838301" y="2694634"/>
            <a:ext cx="8611399" cy="4897733"/>
          </a:xfrm>
          <a:custGeom>
            <a:rect b="b" l="l" r="r" t="t"/>
            <a:pathLst>
              <a:path extrusionOk="0" h="4897733" w="8611399">
                <a:moveTo>
                  <a:pt x="0" y="0"/>
                </a:moveTo>
                <a:lnTo>
                  <a:pt x="8611398" y="0"/>
                </a:lnTo>
                <a:lnTo>
                  <a:pt x="8611398" y="4897732"/>
                </a:lnTo>
                <a:lnTo>
                  <a:pt x="0" y="48977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6" name="Google Shape;566;p33"/>
          <p:cNvSpPr txBox="1"/>
          <p:nvPr/>
        </p:nvSpPr>
        <p:spPr>
          <a:xfrm>
            <a:off x="3020736" y="281766"/>
            <a:ext cx="5237959" cy="787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Codificando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5" name="Google Shape;575;p34"/>
          <p:cNvCxnSpPr/>
          <p:nvPr/>
        </p:nvCxnSpPr>
        <p:spPr>
          <a:xfrm rot="24824">
            <a:off x="2982565" y="1047661"/>
            <a:ext cx="527623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6" name="Google Shape;576;p34"/>
          <p:cNvSpPr txBox="1"/>
          <p:nvPr/>
        </p:nvSpPr>
        <p:spPr>
          <a:xfrm>
            <a:off x="3001686" y="300585"/>
            <a:ext cx="5238000" cy="892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endParaRPr/>
          </a:p>
        </p:txBody>
      </p:sp>
      <p:sp>
        <p:nvSpPr>
          <p:cNvPr id="577" name="Google Shape;577;p34"/>
          <p:cNvSpPr/>
          <p:nvPr/>
        </p:nvSpPr>
        <p:spPr>
          <a:xfrm>
            <a:off x="6019800" y="2371817"/>
            <a:ext cx="5715000" cy="6858000"/>
          </a:xfrm>
          <a:custGeom>
            <a:rect b="b" l="l" r="r" t="t"/>
            <a:pathLst>
              <a:path extrusionOk="0" h="9144000" w="7620000">
                <a:moveTo>
                  <a:pt x="0" y="0"/>
                </a:moveTo>
                <a:lnTo>
                  <a:pt x="7620000" y="0"/>
                </a:lnTo>
                <a:lnTo>
                  <a:pt x="7620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5"/>
          <p:cNvSpPr/>
          <p:nvPr/>
        </p:nvSpPr>
        <p:spPr>
          <a:xfrm>
            <a:off x="-168372" y="-196608"/>
            <a:ext cx="1197072" cy="10750131"/>
          </a:xfrm>
          <a:custGeom>
            <a:rect b="b" l="l" r="r" t="t"/>
            <a:pathLst>
              <a:path extrusionOk="0" h="10750131" w="1197072">
                <a:moveTo>
                  <a:pt x="0" y="0"/>
                </a:moveTo>
                <a:lnTo>
                  <a:pt x="1197072" y="0"/>
                </a:lnTo>
                <a:lnTo>
                  <a:pt x="1197072" y="10750131"/>
                </a:lnTo>
                <a:lnTo>
                  <a:pt x="0" y="10750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7" name="Google Shape;587;p35"/>
          <p:cNvSpPr/>
          <p:nvPr/>
        </p:nvSpPr>
        <p:spPr>
          <a:xfrm>
            <a:off x="1477632" y="5203547"/>
            <a:ext cx="4826984" cy="942213"/>
          </a:xfrm>
          <a:custGeom>
            <a:rect b="b" l="l" r="r" t="t"/>
            <a:pathLst>
              <a:path extrusionOk="0" h="1256284" w="6435979">
                <a:moveTo>
                  <a:pt x="0" y="0"/>
                </a:moveTo>
                <a:lnTo>
                  <a:pt x="6435979" y="0"/>
                </a:lnTo>
                <a:lnTo>
                  <a:pt x="6435979" y="1256284"/>
                </a:lnTo>
                <a:lnTo>
                  <a:pt x="0" y="1256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635" l="0" r="0" t="-4634"/>
            </a:stretch>
          </a:blipFill>
          <a:ln>
            <a:noFill/>
          </a:ln>
        </p:spPr>
      </p:sp>
      <p:sp>
        <p:nvSpPr>
          <p:cNvPr id="588" name="Google Shape;588;p35"/>
          <p:cNvSpPr/>
          <p:nvPr/>
        </p:nvSpPr>
        <p:spPr>
          <a:xfrm>
            <a:off x="9634596" y="-468619"/>
            <a:ext cx="7739804" cy="11581916"/>
          </a:xfrm>
          <a:custGeom>
            <a:rect b="b" l="l" r="r" t="t"/>
            <a:pathLst>
              <a:path extrusionOk="0" h="11581916" w="7739804">
                <a:moveTo>
                  <a:pt x="0" y="0"/>
                </a:moveTo>
                <a:lnTo>
                  <a:pt x="7739804" y="0"/>
                </a:lnTo>
                <a:lnTo>
                  <a:pt x="7739804" y="11581916"/>
                </a:lnTo>
                <a:lnTo>
                  <a:pt x="0" y="11581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9" name="Google Shape;589;p35"/>
          <p:cNvSpPr/>
          <p:nvPr/>
        </p:nvSpPr>
        <p:spPr>
          <a:xfrm>
            <a:off x="15939655" y="7859362"/>
            <a:ext cx="1951482" cy="2427637"/>
          </a:xfrm>
          <a:custGeom>
            <a:rect b="b" l="l" r="r" t="t"/>
            <a:pathLst>
              <a:path extrusionOk="0" h="3236849" w="2601976">
                <a:moveTo>
                  <a:pt x="0" y="0"/>
                </a:moveTo>
                <a:lnTo>
                  <a:pt x="2601976" y="0"/>
                </a:lnTo>
                <a:lnTo>
                  <a:pt x="2601976" y="3236849"/>
                </a:lnTo>
                <a:lnTo>
                  <a:pt x="0" y="3236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7" r="-16" t="0"/>
            </a:stretch>
          </a:blipFill>
          <a:ln>
            <a:noFill/>
          </a:ln>
        </p:spPr>
      </p:sp>
      <p:sp>
        <p:nvSpPr>
          <p:cNvPr id="590" name="Google Shape;590;p35"/>
          <p:cNvSpPr/>
          <p:nvPr/>
        </p:nvSpPr>
        <p:spPr>
          <a:xfrm>
            <a:off x="15325189" y="4137430"/>
            <a:ext cx="1605439" cy="2573846"/>
          </a:xfrm>
          <a:custGeom>
            <a:rect b="b" l="l" r="r" t="t"/>
            <a:pathLst>
              <a:path extrusionOk="0" h="3431794" w="2140585">
                <a:moveTo>
                  <a:pt x="0" y="0"/>
                </a:moveTo>
                <a:lnTo>
                  <a:pt x="2140585" y="0"/>
                </a:lnTo>
                <a:lnTo>
                  <a:pt x="2140585" y="3431794"/>
                </a:lnTo>
                <a:lnTo>
                  <a:pt x="0" y="3431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5" r="-22" t="0"/>
            </a:stretch>
          </a:blipFill>
          <a:ln>
            <a:noFill/>
          </a:ln>
        </p:spPr>
      </p:sp>
      <p:sp>
        <p:nvSpPr>
          <p:cNvPr id="591" name="Google Shape;591;p35"/>
          <p:cNvSpPr/>
          <p:nvPr/>
        </p:nvSpPr>
        <p:spPr>
          <a:xfrm flipH="1">
            <a:off x="8846688" y="4137430"/>
            <a:ext cx="6180486" cy="6149530"/>
          </a:xfrm>
          <a:custGeom>
            <a:rect b="b" l="l" r="r" t="t"/>
            <a:pathLst>
              <a:path extrusionOk="0" h="8199374" w="8240649">
                <a:moveTo>
                  <a:pt x="8240649" y="0"/>
                </a:moveTo>
                <a:lnTo>
                  <a:pt x="0" y="0"/>
                </a:lnTo>
                <a:lnTo>
                  <a:pt x="0" y="8199374"/>
                </a:lnTo>
                <a:lnTo>
                  <a:pt x="8240649" y="8199374"/>
                </a:lnTo>
                <a:lnTo>
                  <a:pt x="8240649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24" l="0" r="0" t="-24"/>
            </a:stretch>
          </a:blipFill>
          <a:ln>
            <a:noFill/>
          </a:ln>
        </p:spPr>
      </p:sp>
      <p:sp>
        <p:nvSpPr>
          <p:cNvPr id="592" name="Google Shape;592;p35"/>
          <p:cNvSpPr/>
          <p:nvPr/>
        </p:nvSpPr>
        <p:spPr>
          <a:xfrm flipH="1">
            <a:off x="12392588" y="4137430"/>
            <a:ext cx="4780407" cy="6149530"/>
          </a:xfrm>
          <a:custGeom>
            <a:rect b="b" l="l" r="r" t="t"/>
            <a:pathLst>
              <a:path extrusionOk="0" h="8199374" w="6373876">
                <a:moveTo>
                  <a:pt x="6373876" y="0"/>
                </a:moveTo>
                <a:lnTo>
                  <a:pt x="0" y="0"/>
                </a:lnTo>
                <a:lnTo>
                  <a:pt x="0" y="8199374"/>
                </a:lnTo>
                <a:lnTo>
                  <a:pt x="6373876" y="8199374"/>
                </a:lnTo>
                <a:lnTo>
                  <a:pt x="6373876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7538" l="0" r="0" t="-7536"/>
            </a:stretch>
          </a:blipFill>
          <a:ln>
            <a:noFill/>
          </a:ln>
        </p:spPr>
      </p:sp>
      <p:sp>
        <p:nvSpPr>
          <p:cNvPr id="593" name="Google Shape;593;p35"/>
          <p:cNvSpPr/>
          <p:nvPr/>
        </p:nvSpPr>
        <p:spPr>
          <a:xfrm>
            <a:off x="10098577" y="9152435"/>
            <a:ext cx="2294001" cy="1134523"/>
          </a:xfrm>
          <a:custGeom>
            <a:rect b="b" l="l" r="r" t="t"/>
            <a:pathLst>
              <a:path extrusionOk="0" h="1512697" w="3058668">
                <a:moveTo>
                  <a:pt x="0" y="0"/>
                </a:moveTo>
                <a:lnTo>
                  <a:pt x="3058668" y="0"/>
                </a:lnTo>
                <a:lnTo>
                  <a:pt x="3058668" y="1512697"/>
                </a:lnTo>
                <a:lnTo>
                  <a:pt x="0" y="1512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81" l="0" r="0" t="-77"/>
            </a:stretch>
          </a:blipFill>
          <a:ln>
            <a:noFill/>
          </a:ln>
        </p:spPr>
      </p:sp>
      <p:sp>
        <p:nvSpPr>
          <p:cNvPr id="594" name="Google Shape;594;p35"/>
          <p:cNvSpPr/>
          <p:nvPr/>
        </p:nvSpPr>
        <p:spPr>
          <a:xfrm rot="753594">
            <a:off x="14437888" y="1491650"/>
            <a:ext cx="1774603" cy="1744123"/>
          </a:xfrm>
          <a:custGeom>
            <a:rect b="b" l="l" r="r" t="t"/>
            <a:pathLst>
              <a:path extrusionOk="0" h="2325497" w="2366137">
                <a:moveTo>
                  <a:pt x="0" y="0"/>
                </a:moveTo>
                <a:lnTo>
                  <a:pt x="2366137" y="0"/>
                </a:lnTo>
                <a:lnTo>
                  <a:pt x="2366137" y="2325497"/>
                </a:lnTo>
                <a:lnTo>
                  <a:pt x="0" y="2325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5" name="Google Shape;595;p35"/>
          <p:cNvSpPr/>
          <p:nvPr/>
        </p:nvSpPr>
        <p:spPr>
          <a:xfrm>
            <a:off x="10584085" y="1028700"/>
            <a:ext cx="2079403" cy="2088261"/>
          </a:xfrm>
          <a:custGeom>
            <a:rect b="b" l="l" r="r" t="t"/>
            <a:pathLst>
              <a:path extrusionOk="0" h="2784348" w="2772537">
                <a:moveTo>
                  <a:pt x="0" y="0"/>
                </a:moveTo>
                <a:lnTo>
                  <a:pt x="2772537" y="0"/>
                </a:lnTo>
                <a:lnTo>
                  <a:pt x="2772537" y="2784348"/>
                </a:lnTo>
                <a:lnTo>
                  <a:pt x="0" y="2784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-34" r="-33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